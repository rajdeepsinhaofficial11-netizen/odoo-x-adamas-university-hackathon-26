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1365" cy="6858000" type="screen4x3"/>
  <p:notesSz cx="6858000" cy="9144000"/>
  <p:embeddedFontLst>
    <p:embeddedFont>
      <p:font typeface="Arial Black" panose="020B0A04020102020204" charset="0"/>
      <p:bold r:id="rId14"/>
    </p:embeddedFont>
    <p:embeddedFont>
      <p:font typeface="Pristina" panose="03060402040406080204" charset="0"/>
      <p:regular r:id="rId15"/>
    </p:embeddedFont>
    <p:embeddedFont>
      <p:font typeface="Nunito Sans ExtraBold" charset="0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2" Type="http://schemas.openxmlformats.org/officeDocument/2006/relationships/tags" Target="../tags/tag79.xml"/><Relationship Id="rId81" Type="http://schemas.openxmlformats.org/officeDocument/2006/relationships/tags" Target="../tags/tag78.xml"/><Relationship Id="rId80" Type="http://schemas.openxmlformats.org/officeDocument/2006/relationships/tags" Target="../tags/tag77.xml"/><Relationship Id="rId8" Type="http://schemas.openxmlformats.org/officeDocument/2006/relationships/tags" Target="../tags/tag7.xml"/><Relationship Id="rId79" Type="http://schemas.openxmlformats.org/officeDocument/2006/relationships/tags" Target="../tags/tag76.xml"/><Relationship Id="rId78" Type="http://schemas.openxmlformats.org/officeDocument/2006/relationships/tags" Target="../tags/tag75.xml"/><Relationship Id="rId77" Type="http://schemas.openxmlformats.org/officeDocument/2006/relationships/tags" Target="../tags/tag74.xml"/><Relationship Id="rId76" Type="http://schemas.openxmlformats.org/officeDocument/2006/relationships/tags" Target="../tags/tag73.xml"/><Relationship Id="rId75" Type="http://schemas.openxmlformats.org/officeDocument/2006/relationships/tags" Target="../tags/tag72.xml"/><Relationship Id="rId74" Type="http://schemas.openxmlformats.org/officeDocument/2006/relationships/tags" Target="../tags/tag71.xml"/><Relationship Id="rId73" Type="http://schemas.openxmlformats.org/officeDocument/2006/relationships/tags" Target="../tags/tag70.xml"/><Relationship Id="rId72" Type="http://schemas.openxmlformats.org/officeDocument/2006/relationships/tags" Target="../tags/tag69.xml"/><Relationship Id="rId71" Type="http://schemas.openxmlformats.org/officeDocument/2006/relationships/tags" Target="../tags/tag68.xml"/><Relationship Id="rId70" Type="http://schemas.openxmlformats.org/officeDocument/2006/relationships/image" Target="../media/image2.svg"/><Relationship Id="rId7" Type="http://schemas.openxmlformats.org/officeDocument/2006/relationships/tags" Target="../tags/tag6.xml"/><Relationship Id="rId69" Type="http://schemas.openxmlformats.org/officeDocument/2006/relationships/image" Target="../media/image1.png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6" Type="http://schemas.openxmlformats.org/officeDocument/2006/relationships/tags" Target="../tags/tag169.xml"/><Relationship Id="rId75" Type="http://schemas.openxmlformats.org/officeDocument/2006/relationships/tags" Target="../tags/tag168.xml"/><Relationship Id="rId74" Type="http://schemas.openxmlformats.org/officeDocument/2006/relationships/tags" Target="../tags/tag167.xml"/><Relationship Id="rId73" Type="http://schemas.openxmlformats.org/officeDocument/2006/relationships/tags" Target="../tags/tag166.xml"/><Relationship Id="rId72" Type="http://schemas.openxmlformats.org/officeDocument/2006/relationships/tags" Target="../tags/tag165.xml"/><Relationship Id="rId71" Type="http://schemas.openxmlformats.org/officeDocument/2006/relationships/tags" Target="../tags/tag164.xml"/><Relationship Id="rId70" Type="http://schemas.openxmlformats.org/officeDocument/2006/relationships/tags" Target="../tags/tag163.xml"/><Relationship Id="rId7" Type="http://schemas.openxmlformats.org/officeDocument/2006/relationships/tags" Target="../tags/tag100.xml"/><Relationship Id="rId69" Type="http://schemas.openxmlformats.org/officeDocument/2006/relationships/tags" Target="../tags/tag162.xml"/><Relationship Id="rId68" Type="http://schemas.openxmlformats.org/officeDocument/2006/relationships/tags" Target="../tags/tag161.xml"/><Relationship Id="rId67" Type="http://schemas.openxmlformats.org/officeDocument/2006/relationships/tags" Target="../tags/tag160.xml"/><Relationship Id="rId66" Type="http://schemas.openxmlformats.org/officeDocument/2006/relationships/tags" Target="../tags/tag159.xml"/><Relationship Id="rId65" Type="http://schemas.openxmlformats.org/officeDocument/2006/relationships/tags" Target="../tags/tag158.xml"/><Relationship Id="rId64" Type="http://schemas.openxmlformats.org/officeDocument/2006/relationships/tags" Target="../tags/tag157.xml"/><Relationship Id="rId63" Type="http://schemas.openxmlformats.org/officeDocument/2006/relationships/tags" Target="../tags/tag156.xml"/><Relationship Id="rId62" Type="http://schemas.openxmlformats.org/officeDocument/2006/relationships/tags" Target="../tags/tag155.xml"/><Relationship Id="rId61" Type="http://schemas.openxmlformats.org/officeDocument/2006/relationships/tags" Target="../tags/tag154.xml"/><Relationship Id="rId60" Type="http://schemas.openxmlformats.org/officeDocument/2006/relationships/tags" Target="../tags/tag153.xml"/><Relationship Id="rId6" Type="http://schemas.openxmlformats.org/officeDocument/2006/relationships/tags" Target="../tags/tag99.xml"/><Relationship Id="rId59" Type="http://schemas.openxmlformats.org/officeDocument/2006/relationships/tags" Target="../tags/tag152.xml"/><Relationship Id="rId58" Type="http://schemas.openxmlformats.org/officeDocument/2006/relationships/tags" Target="../tags/tag151.xml"/><Relationship Id="rId57" Type="http://schemas.openxmlformats.org/officeDocument/2006/relationships/tags" Target="../tags/tag150.xml"/><Relationship Id="rId56" Type="http://schemas.openxmlformats.org/officeDocument/2006/relationships/tags" Target="../tags/tag149.xml"/><Relationship Id="rId55" Type="http://schemas.openxmlformats.org/officeDocument/2006/relationships/tags" Target="../tags/tag148.xml"/><Relationship Id="rId54" Type="http://schemas.openxmlformats.org/officeDocument/2006/relationships/tags" Target="../tags/tag147.xml"/><Relationship Id="rId53" Type="http://schemas.openxmlformats.org/officeDocument/2006/relationships/tags" Target="../tags/tag146.xml"/><Relationship Id="rId52" Type="http://schemas.openxmlformats.org/officeDocument/2006/relationships/tags" Target="../tags/tag145.xml"/><Relationship Id="rId51" Type="http://schemas.openxmlformats.org/officeDocument/2006/relationships/tags" Target="../tags/tag144.xml"/><Relationship Id="rId50" Type="http://schemas.openxmlformats.org/officeDocument/2006/relationships/tags" Target="../tags/tag143.xml"/><Relationship Id="rId5" Type="http://schemas.openxmlformats.org/officeDocument/2006/relationships/tags" Target="../tags/tag98.xml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tags" Target="../tags/tag140.xml"/><Relationship Id="rId46" Type="http://schemas.openxmlformats.org/officeDocument/2006/relationships/tags" Target="../tags/tag139.xml"/><Relationship Id="rId45" Type="http://schemas.openxmlformats.org/officeDocument/2006/relationships/tags" Target="../tags/tag138.xml"/><Relationship Id="rId44" Type="http://schemas.openxmlformats.org/officeDocument/2006/relationships/tags" Target="../tags/tag137.xml"/><Relationship Id="rId43" Type="http://schemas.openxmlformats.org/officeDocument/2006/relationships/tags" Target="../tags/tag136.xml"/><Relationship Id="rId42" Type="http://schemas.openxmlformats.org/officeDocument/2006/relationships/tags" Target="../tags/tag135.xml"/><Relationship Id="rId41" Type="http://schemas.openxmlformats.org/officeDocument/2006/relationships/tags" Target="../tags/tag134.xml"/><Relationship Id="rId40" Type="http://schemas.openxmlformats.org/officeDocument/2006/relationships/tags" Target="../tags/tag133.xml"/><Relationship Id="rId4" Type="http://schemas.openxmlformats.org/officeDocument/2006/relationships/tags" Target="../tags/tag97.xml"/><Relationship Id="rId39" Type="http://schemas.openxmlformats.org/officeDocument/2006/relationships/tags" Target="../tags/tag132.xml"/><Relationship Id="rId38" Type="http://schemas.openxmlformats.org/officeDocument/2006/relationships/tags" Target="../tags/tag131.xml"/><Relationship Id="rId37" Type="http://schemas.openxmlformats.org/officeDocument/2006/relationships/tags" Target="../tags/tag130.xml"/><Relationship Id="rId36" Type="http://schemas.openxmlformats.org/officeDocument/2006/relationships/tags" Target="../tags/tag129.xml"/><Relationship Id="rId35" Type="http://schemas.openxmlformats.org/officeDocument/2006/relationships/tags" Target="../tags/tag128.xml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8" Type="http://schemas.openxmlformats.org/officeDocument/2006/relationships/tags" Target="../tags/tag266.xml"/><Relationship Id="rId67" Type="http://schemas.openxmlformats.org/officeDocument/2006/relationships/tags" Target="../tags/tag265.xml"/><Relationship Id="rId66" Type="http://schemas.openxmlformats.org/officeDocument/2006/relationships/tags" Target="../tags/tag264.xml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tags" Target="../tags/tag259.xml"/><Relationship Id="rId60" Type="http://schemas.openxmlformats.org/officeDocument/2006/relationships/tags" Target="../tags/tag258.xml"/><Relationship Id="rId6" Type="http://schemas.openxmlformats.org/officeDocument/2006/relationships/tags" Target="../tags/tag204.xml"/><Relationship Id="rId59" Type="http://schemas.openxmlformats.org/officeDocument/2006/relationships/tags" Target="../tags/tag257.xml"/><Relationship Id="rId58" Type="http://schemas.openxmlformats.org/officeDocument/2006/relationships/tags" Target="../tags/tag256.xml"/><Relationship Id="rId57" Type="http://schemas.openxmlformats.org/officeDocument/2006/relationships/tags" Target="../tags/tag255.xml"/><Relationship Id="rId56" Type="http://schemas.openxmlformats.org/officeDocument/2006/relationships/tags" Target="../tags/tag254.xml"/><Relationship Id="rId55" Type="http://schemas.openxmlformats.org/officeDocument/2006/relationships/tags" Target="../tags/tag253.xml"/><Relationship Id="rId54" Type="http://schemas.openxmlformats.org/officeDocument/2006/relationships/tags" Target="../tags/tag252.xml"/><Relationship Id="rId53" Type="http://schemas.openxmlformats.org/officeDocument/2006/relationships/tags" Target="../tags/tag251.xml"/><Relationship Id="rId52" Type="http://schemas.openxmlformats.org/officeDocument/2006/relationships/tags" Target="../tags/tag250.xml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03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tags" Target="../tags/tag244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2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1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6" cy="6858000"/>
          </a:xfrm>
          <a:prstGeom prst="rect">
            <a:avLst/>
          </a:prstGeom>
          <a:gradFill flip="none" rotWithShape="1">
            <a:gsLst>
              <a:gs pos="22000">
                <a:schemeClr val="bg1"/>
              </a:gs>
              <a:gs pos="100000">
                <a:schemeClr val="bg2">
                  <a:lumMod val="75000"/>
                </a:schemeClr>
              </a:gs>
              <a:gs pos="73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838154" y="4939657"/>
            <a:ext cx="5514489" cy="627396"/>
          </a:xfrm>
          <a:custGeom>
            <a:avLst/>
            <a:gdLst>
              <a:gd name="connsiteX0" fmla="*/ 313698 w 5514776"/>
              <a:gd name="connsiteY0" fmla="*/ 0 h 627396"/>
              <a:gd name="connsiteX1" fmla="*/ 5201078 w 5514776"/>
              <a:gd name="connsiteY1" fmla="*/ 1 h 627396"/>
              <a:gd name="connsiteX2" fmla="*/ 5514776 w 5514776"/>
              <a:gd name="connsiteY2" fmla="*/ 313699 h 627396"/>
              <a:gd name="connsiteX3" fmla="*/ 5514775 w 5514776"/>
              <a:gd name="connsiteY3" fmla="*/ 313698 h 627396"/>
              <a:gd name="connsiteX4" fmla="*/ 5201077 w 5514776"/>
              <a:gd name="connsiteY4" fmla="*/ 627396 h 627396"/>
              <a:gd name="connsiteX5" fmla="*/ 313698 w 5514776"/>
              <a:gd name="connsiteY5" fmla="*/ 627396 h 627396"/>
              <a:gd name="connsiteX6" fmla="*/ 0 w 5514776"/>
              <a:gd name="connsiteY6" fmla="*/ 313698 h 627396"/>
              <a:gd name="connsiteX7" fmla="*/ 313698 w 5514776"/>
              <a:gd name="connsiteY7" fmla="*/ 0 h 62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776" h="627396">
                <a:moveTo>
                  <a:pt x="313698" y="0"/>
                </a:moveTo>
                <a:cubicBezTo>
                  <a:pt x="1942825" y="0"/>
                  <a:pt x="3571951" y="1"/>
                  <a:pt x="5201078" y="1"/>
                </a:cubicBezTo>
                <a:cubicBezTo>
                  <a:pt x="5374329" y="1"/>
                  <a:pt x="5514776" y="140448"/>
                  <a:pt x="5514776" y="313699"/>
                </a:cubicBezTo>
                <a:lnTo>
                  <a:pt x="5514775" y="313698"/>
                </a:lnTo>
                <a:cubicBezTo>
                  <a:pt x="5514775" y="486949"/>
                  <a:pt x="5374328" y="627396"/>
                  <a:pt x="5201077" y="627396"/>
                </a:cubicBezTo>
                <a:lnTo>
                  <a:pt x="313698" y="627396"/>
                </a:lnTo>
                <a:cubicBezTo>
                  <a:pt x="140447" y="627396"/>
                  <a:pt x="0" y="486949"/>
                  <a:pt x="0" y="313698"/>
                </a:cubicBezTo>
                <a:cubicBezTo>
                  <a:pt x="0" y="140447"/>
                  <a:pt x="140447" y="0"/>
                  <a:pt x="313698" y="0"/>
                </a:cubicBezTo>
                <a:close/>
              </a:path>
            </a:pathLst>
          </a:custGeom>
          <a:gradFill>
            <a:gsLst>
              <a:gs pos="69000">
                <a:schemeClr val="accent1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: 单圆角 8"/>
          <p:cNvSpPr/>
          <p:nvPr>
            <p:custDataLst>
              <p:tags r:id="rId4"/>
            </p:custDataLst>
          </p:nvPr>
        </p:nvSpPr>
        <p:spPr>
          <a:xfrm flipH="1">
            <a:off x="7642508" y="0"/>
            <a:ext cx="4548857" cy="685800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1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5"/>
            </p:custDataLst>
          </p:nvPr>
        </p:nvSpPr>
        <p:spPr>
          <a:xfrm>
            <a:off x="7256717" y="2808083"/>
            <a:ext cx="126388" cy="381364"/>
          </a:xfrm>
          <a:custGeom>
            <a:avLst/>
            <a:gdLst>
              <a:gd name="connsiteX0" fmla="*/ 91919 w 91918"/>
              <a:gd name="connsiteY0" fmla="*/ 277339 h 277338"/>
              <a:gd name="connsiteX1" fmla="*/ 66487 w 91918"/>
              <a:gd name="connsiteY1" fmla="*/ 155835 h 277338"/>
              <a:gd name="connsiteX2" fmla="*/ 58087 w 91918"/>
              <a:gd name="connsiteY2" fmla="*/ 81298 h 277338"/>
              <a:gd name="connsiteX3" fmla="*/ 45944 w 91918"/>
              <a:gd name="connsiteY3" fmla="*/ 22493 h 277338"/>
              <a:gd name="connsiteX4" fmla="*/ 122 w 91918"/>
              <a:gd name="connsiteY4" fmla="*/ 28297 h 277338"/>
              <a:gd name="connsiteX5" fmla="*/ 4781 w 91918"/>
              <a:gd name="connsiteY5" fmla="*/ 87255 h 277338"/>
              <a:gd name="connsiteX6" fmla="*/ 11349 w 91918"/>
              <a:gd name="connsiteY6" fmla="*/ 158431 h 277338"/>
              <a:gd name="connsiteX7" fmla="*/ 22499 w 91918"/>
              <a:gd name="connsiteY7" fmla="*/ 254581 h 277338"/>
              <a:gd name="connsiteX8" fmla="*/ 91919 w 91918"/>
              <a:gd name="connsiteY8" fmla="*/ 277339 h 277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8" h="277338">
                <a:moveTo>
                  <a:pt x="91919" y="277339"/>
                </a:moveTo>
                <a:cubicBezTo>
                  <a:pt x="90086" y="277415"/>
                  <a:pt x="65800" y="171490"/>
                  <a:pt x="66487" y="155835"/>
                </a:cubicBezTo>
                <a:cubicBezTo>
                  <a:pt x="63433" y="126203"/>
                  <a:pt x="60454" y="100390"/>
                  <a:pt x="58087" y="81298"/>
                </a:cubicBezTo>
                <a:cubicBezTo>
                  <a:pt x="55414" y="60907"/>
                  <a:pt x="49915" y="36316"/>
                  <a:pt x="45944" y="22493"/>
                </a:cubicBezTo>
                <a:cubicBezTo>
                  <a:pt x="37085" y="-9811"/>
                  <a:pt x="-2474" y="-6833"/>
                  <a:pt x="122" y="28297"/>
                </a:cubicBezTo>
                <a:cubicBezTo>
                  <a:pt x="886" y="37614"/>
                  <a:pt x="3101" y="63885"/>
                  <a:pt x="4781" y="87255"/>
                </a:cubicBezTo>
                <a:cubicBezTo>
                  <a:pt x="6003" y="109631"/>
                  <a:pt x="9897" y="140637"/>
                  <a:pt x="11349" y="158431"/>
                </a:cubicBezTo>
                <a:cubicBezTo>
                  <a:pt x="12494" y="188979"/>
                  <a:pt x="21888" y="254581"/>
                  <a:pt x="22499" y="254581"/>
                </a:cubicBezTo>
                <a:cubicBezTo>
                  <a:pt x="36245" y="271764"/>
                  <a:pt x="91919" y="277339"/>
                  <a:pt x="91919" y="277339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>
            <p:custDataLst>
              <p:tags r:id="rId6"/>
            </p:custDataLst>
          </p:nvPr>
        </p:nvSpPr>
        <p:spPr>
          <a:xfrm>
            <a:off x="7087377" y="2830856"/>
            <a:ext cx="233248" cy="339570"/>
          </a:xfrm>
          <a:custGeom>
            <a:avLst/>
            <a:gdLst>
              <a:gd name="connsiteX0" fmla="*/ 169557 w 169633"/>
              <a:gd name="connsiteY0" fmla="*/ 241227 h 246944"/>
              <a:gd name="connsiteX1" fmla="*/ 106552 w 169633"/>
              <a:gd name="connsiteY1" fmla="*/ 134233 h 246944"/>
              <a:gd name="connsiteX2" fmla="*/ 74859 w 169633"/>
              <a:gd name="connsiteY2" fmla="*/ 66187 h 246944"/>
              <a:gd name="connsiteX3" fmla="*/ 44540 w 169633"/>
              <a:gd name="connsiteY3" fmla="*/ 14409 h 246944"/>
              <a:gd name="connsiteX4" fmla="*/ 2995 w 169633"/>
              <a:gd name="connsiteY4" fmla="*/ 34417 h 246944"/>
              <a:gd name="connsiteX5" fmla="*/ 26287 w 169633"/>
              <a:gd name="connsiteY5" fmla="*/ 88869 h 246944"/>
              <a:gd name="connsiteX6" fmla="*/ 55308 w 169633"/>
              <a:gd name="connsiteY6" fmla="*/ 154242 h 246944"/>
              <a:gd name="connsiteX7" fmla="*/ 96547 w 169633"/>
              <a:gd name="connsiteY7" fmla="*/ 241838 h 246944"/>
              <a:gd name="connsiteX8" fmla="*/ 169633 w 169633"/>
              <a:gd name="connsiteY8" fmla="*/ 241227 h 24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633" h="246944">
                <a:moveTo>
                  <a:pt x="169557" y="241227"/>
                </a:moveTo>
                <a:cubicBezTo>
                  <a:pt x="167800" y="241914"/>
                  <a:pt x="110981" y="149277"/>
                  <a:pt x="106552" y="134233"/>
                </a:cubicBezTo>
                <a:cubicBezTo>
                  <a:pt x="94256" y="107121"/>
                  <a:pt x="83183" y="83600"/>
                  <a:pt x="74859" y="66187"/>
                </a:cubicBezTo>
                <a:cubicBezTo>
                  <a:pt x="65770" y="47706"/>
                  <a:pt x="52711" y="26170"/>
                  <a:pt x="44540" y="14409"/>
                </a:cubicBezTo>
                <a:cubicBezTo>
                  <a:pt x="25829" y="-13314"/>
                  <a:pt x="-10676" y="2037"/>
                  <a:pt x="2995" y="34417"/>
                </a:cubicBezTo>
                <a:cubicBezTo>
                  <a:pt x="6737" y="43047"/>
                  <a:pt x="17199" y="67256"/>
                  <a:pt x="26287" y="88869"/>
                </a:cubicBezTo>
                <a:cubicBezTo>
                  <a:pt x="34612" y="109718"/>
                  <a:pt x="48129" y="137898"/>
                  <a:pt x="55308" y="154242"/>
                </a:cubicBezTo>
                <a:cubicBezTo>
                  <a:pt x="66152" y="182804"/>
                  <a:pt x="95937" y="241990"/>
                  <a:pt x="96547" y="241838"/>
                </a:cubicBezTo>
                <a:cubicBezTo>
                  <a:pt x="115105" y="253675"/>
                  <a:pt x="169633" y="241227"/>
                  <a:pt x="169633" y="24122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7277257" y="3082123"/>
            <a:ext cx="105849" cy="107327"/>
          </a:xfrm>
          <a:custGeom>
            <a:avLst/>
            <a:gdLst>
              <a:gd name="connsiteX0" fmla="*/ 7561 w 76980"/>
              <a:gd name="connsiteY0" fmla="*/ 55292 h 78050"/>
              <a:gd name="connsiteX1" fmla="*/ 0 w 76980"/>
              <a:gd name="connsiteY1" fmla="*/ 0 h 78050"/>
              <a:gd name="connsiteX2" fmla="*/ 40705 w 76980"/>
              <a:gd name="connsiteY2" fmla="*/ 16725 h 78050"/>
              <a:gd name="connsiteX3" fmla="*/ 66594 w 76980"/>
              <a:gd name="connsiteY3" fmla="*/ 37803 h 78050"/>
              <a:gd name="connsiteX4" fmla="*/ 76981 w 76980"/>
              <a:gd name="connsiteY4" fmla="*/ 78050 h 78050"/>
              <a:gd name="connsiteX5" fmla="*/ 7561 w 76980"/>
              <a:gd name="connsiteY5" fmla="*/ 55292 h 7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80" h="78050">
                <a:moveTo>
                  <a:pt x="7561" y="55292"/>
                </a:moveTo>
                <a:cubicBezTo>
                  <a:pt x="7179" y="55292"/>
                  <a:pt x="3055" y="27646"/>
                  <a:pt x="0" y="0"/>
                </a:cubicBezTo>
                <a:cubicBezTo>
                  <a:pt x="13212" y="6644"/>
                  <a:pt x="27188" y="12754"/>
                  <a:pt x="40705" y="16725"/>
                </a:cubicBezTo>
                <a:cubicBezTo>
                  <a:pt x="52771" y="20238"/>
                  <a:pt x="60332" y="28104"/>
                  <a:pt x="66594" y="37803"/>
                </a:cubicBezTo>
                <a:cubicBezTo>
                  <a:pt x="71711" y="60027"/>
                  <a:pt x="76293" y="78126"/>
                  <a:pt x="76981" y="78050"/>
                </a:cubicBezTo>
                <a:cubicBezTo>
                  <a:pt x="76981" y="78050"/>
                  <a:pt x="21307" y="72475"/>
                  <a:pt x="7561" y="5529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8"/>
            </p:custDataLst>
          </p:nvPr>
        </p:nvSpPr>
        <p:spPr>
          <a:xfrm>
            <a:off x="7184749" y="3041698"/>
            <a:ext cx="135772" cy="127691"/>
          </a:xfrm>
          <a:custGeom>
            <a:avLst/>
            <a:gdLst>
              <a:gd name="connsiteX0" fmla="*/ 20693 w 98742"/>
              <a:gd name="connsiteY0" fmla="*/ 1676 h 92860"/>
              <a:gd name="connsiteX1" fmla="*/ 59412 w 98742"/>
              <a:gd name="connsiteY1" fmla="*/ 25350 h 92860"/>
              <a:gd name="connsiteX2" fmla="*/ 98743 w 98742"/>
              <a:gd name="connsiteY2" fmla="*/ 87897 h 92860"/>
              <a:gd name="connsiteX3" fmla="*/ 66820 w 98742"/>
              <a:gd name="connsiteY3" fmla="*/ 92861 h 92860"/>
              <a:gd name="connsiteX4" fmla="*/ 65369 w 98742"/>
              <a:gd name="connsiteY4" fmla="*/ 88432 h 92860"/>
              <a:gd name="connsiteX5" fmla="*/ 18249 w 98742"/>
              <a:gd name="connsiteY5" fmla="*/ 61473 h 92860"/>
              <a:gd name="connsiteX6" fmla="*/ 20769 w 98742"/>
              <a:gd name="connsiteY6" fmla="*/ 1676 h 9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742" h="92860">
                <a:moveTo>
                  <a:pt x="20693" y="1676"/>
                </a:moveTo>
                <a:cubicBezTo>
                  <a:pt x="30850" y="8778"/>
                  <a:pt x="44444" y="17331"/>
                  <a:pt x="59412" y="25350"/>
                </a:cubicBezTo>
                <a:cubicBezTo>
                  <a:pt x="76901" y="55134"/>
                  <a:pt x="97674" y="88279"/>
                  <a:pt x="98743" y="87897"/>
                </a:cubicBezTo>
                <a:cubicBezTo>
                  <a:pt x="98743" y="87897"/>
                  <a:pt x="83698" y="91257"/>
                  <a:pt x="66820" y="92861"/>
                </a:cubicBezTo>
                <a:lnTo>
                  <a:pt x="65369" y="88432"/>
                </a:lnTo>
                <a:cubicBezTo>
                  <a:pt x="65369" y="88432"/>
                  <a:pt x="42916" y="78733"/>
                  <a:pt x="18249" y="61473"/>
                </a:cubicBezTo>
                <a:cubicBezTo>
                  <a:pt x="-15506" y="37798"/>
                  <a:pt x="4961" y="-9474"/>
                  <a:pt x="20769" y="16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9"/>
            </p:custDataLst>
          </p:nvPr>
        </p:nvSpPr>
        <p:spPr>
          <a:xfrm>
            <a:off x="7124544" y="3150994"/>
            <a:ext cx="330451" cy="359052"/>
          </a:xfrm>
          <a:custGeom>
            <a:avLst/>
            <a:gdLst>
              <a:gd name="connsiteX0" fmla="*/ 120227 w 240325"/>
              <a:gd name="connsiteY0" fmla="*/ 91 h 261112"/>
              <a:gd name="connsiteX1" fmla="*/ 1778 w 240325"/>
              <a:gd name="connsiteY1" fmla="*/ 57216 h 261112"/>
              <a:gd name="connsiteX2" fmla="*/ 105030 w 240325"/>
              <a:gd name="connsiteY2" fmla="*/ 249744 h 261112"/>
              <a:gd name="connsiteX3" fmla="*/ 217446 w 240325"/>
              <a:gd name="connsiteY3" fmla="*/ 215606 h 261112"/>
              <a:gd name="connsiteX4" fmla="*/ 237760 w 240325"/>
              <a:gd name="connsiteY4" fmla="*/ 151456 h 261112"/>
              <a:gd name="connsiteX5" fmla="*/ 180178 w 240325"/>
              <a:gd name="connsiteY5" fmla="*/ 12157 h 261112"/>
              <a:gd name="connsiteX6" fmla="*/ 120151 w 240325"/>
              <a:gd name="connsiteY6" fmla="*/ 167 h 26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325" h="261112">
                <a:moveTo>
                  <a:pt x="120227" y="91"/>
                </a:moveTo>
                <a:cubicBezTo>
                  <a:pt x="87236" y="2000"/>
                  <a:pt x="11324" y="42247"/>
                  <a:pt x="1778" y="57216"/>
                </a:cubicBezTo>
                <a:cubicBezTo>
                  <a:pt x="-7615" y="72108"/>
                  <a:pt x="19267" y="202394"/>
                  <a:pt x="105030" y="249744"/>
                </a:cubicBezTo>
                <a:cubicBezTo>
                  <a:pt x="165133" y="282812"/>
                  <a:pt x="204692" y="235157"/>
                  <a:pt x="217446" y="215606"/>
                </a:cubicBezTo>
                <a:cubicBezTo>
                  <a:pt x="231574" y="193994"/>
                  <a:pt x="223403" y="206518"/>
                  <a:pt x="237760" y="151456"/>
                </a:cubicBezTo>
                <a:cubicBezTo>
                  <a:pt x="254944" y="85320"/>
                  <a:pt x="180178" y="12157"/>
                  <a:pt x="180178" y="12157"/>
                </a:cubicBezTo>
                <a:cubicBezTo>
                  <a:pt x="180178" y="12157"/>
                  <a:pt x="153295" y="-1666"/>
                  <a:pt x="120151" y="16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0"/>
            </p:custDataLst>
          </p:nvPr>
        </p:nvSpPr>
        <p:spPr>
          <a:xfrm>
            <a:off x="7128390" y="3159519"/>
            <a:ext cx="282125" cy="239352"/>
          </a:xfrm>
          <a:custGeom>
            <a:avLst/>
            <a:gdLst>
              <a:gd name="connsiteX0" fmla="*/ 1578 w 205179"/>
              <a:gd name="connsiteY0" fmla="*/ 64532 h 174062"/>
              <a:gd name="connsiteX1" fmla="*/ 132781 w 205179"/>
              <a:gd name="connsiteY1" fmla="*/ 0 h 174062"/>
              <a:gd name="connsiteX2" fmla="*/ 205179 w 205179"/>
              <a:gd name="connsiteY2" fmla="*/ 173818 h 174062"/>
              <a:gd name="connsiteX3" fmla="*/ 168598 w 205179"/>
              <a:gd name="connsiteY3" fmla="*/ 171297 h 174062"/>
              <a:gd name="connsiteX4" fmla="*/ 113918 w 205179"/>
              <a:gd name="connsiteY4" fmla="*/ 153809 h 174062"/>
              <a:gd name="connsiteX5" fmla="*/ 8680 w 205179"/>
              <a:gd name="connsiteY5" fmla="*/ 96455 h 174062"/>
              <a:gd name="connsiteX6" fmla="*/ 1578 w 205179"/>
              <a:gd name="connsiteY6" fmla="*/ 64532 h 17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179" h="174062">
                <a:moveTo>
                  <a:pt x="1578" y="64532"/>
                </a:moveTo>
                <a:cubicBezTo>
                  <a:pt x="10284" y="50786"/>
                  <a:pt x="93756" y="8172"/>
                  <a:pt x="132781" y="0"/>
                </a:cubicBezTo>
                <a:cubicBezTo>
                  <a:pt x="158747" y="55521"/>
                  <a:pt x="186545" y="114478"/>
                  <a:pt x="205179" y="173818"/>
                </a:cubicBezTo>
                <a:cubicBezTo>
                  <a:pt x="187461" y="175039"/>
                  <a:pt x="168598" y="171297"/>
                  <a:pt x="168598" y="171297"/>
                </a:cubicBezTo>
                <a:lnTo>
                  <a:pt x="113918" y="153809"/>
                </a:lnTo>
                <a:cubicBezTo>
                  <a:pt x="81919" y="99052"/>
                  <a:pt x="38770" y="141742"/>
                  <a:pt x="8680" y="96455"/>
                </a:cubicBezTo>
                <a:cubicBezTo>
                  <a:pt x="-1477" y="81334"/>
                  <a:pt x="-1019" y="68656"/>
                  <a:pt x="1578" y="6453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1"/>
            </p:custDataLst>
          </p:nvPr>
        </p:nvSpPr>
        <p:spPr>
          <a:xfrm>
            <a:off x="7097422" y="3149647"/>
            <a:ext cx="104164" cy="149209"/>
          </a:xfrm>
          <a:custGeom>
            <a:avLst/>
            <a:gdLst>
              <a:gd name="connsiteX0" fmla="*/ 118 w 75754"/>
              <a:gd name="connsiteY0" fmla="*/ 31007 h 108509"/>
              <a:gd name="connsiteX1" fmla="*/ 26313 w 75754"/>
              <a:gd name="connsiteY1" fmla="*/ 96532 h 108509"/>
              <a:gd name="connsiteX2" fmla="*/ 54417 w 75754"/>
              <a:gd name="connsiteY2" fmla="*/ 108446 h 108509"/>
              <a:gd name="connsiteX3" fmla="*/ 75724 w 75754"/>
              <a:gd name="connsiteY3" fmla="*/ 85153 h 108509"/>
              <a:gd name="connsiteX4" fmla="*/ 46093 w 75754"/>
              <a:gd name="connsiteY4" fmla="*/ 6034 h 108509"/>
              <a:gd name="connsiteX5" fmla="*/ 118 w 75754"/>
              <a:gd name="connsiteY5" fmla="*/ 31007 h 10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4" h="108509">
                <a:moveTo>
                  <a:pt x="118" y="31007"/>
                </a:moveTo>
                <a:cubicBezTo>
                  <a:pt x="2257" y="49183"/>
                  <a:pt x="13865" y="82480"/>
                  <a:pt x="26313" y="96532"/>
                </a:cubicBezTo>
                <a:cubicBezTo>
                  <a:pt x="32117" y="102947"/>
                  <a:pt x="46628" y="109210"/>
                  <a:pt x="54417" y="108446"/>
                </a:cubicBezTo>
                <a:cubicBezTo>
                  <a:pt x="62436" y="107606"/>
                  <a:pt x="76488" y="102565"/>
                  <a:pt x="75724" y="85153"/>
                </a:cubicBezTo>
                <a:cubicBezTo>
                  <a:pt x="74732" y="59111"/>
                  <a:pt x="63658" y="25967"/>
                  <a:pt x="46093" y="6034"/>
                </a:cubicBezTo>
                <a:cubicBezTo>
                  <a:pt x="31506" y="-10538"/>
                  <a:pt x="-2249" y="10082"/>
                  <a:pt x="118" y="3100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12"/>
            </p:custDataLst>
          </p:nvPr>
        </p:nvSpPr>
        <p:spPr>
          <a:xfrm>
            <a:off x="7145155" y="3149962"/>
            <a:ext cx="56388" cy="118876"/>
          </a:xfrm>
          <a:custGeom>
            <a:avLst/>
            <a:gdLst>
              <a:gd name="connsiteX0" fmla="*/ 0 w 41010"/>
              <a:gd name="connsiteY0" fmla="*/ 0 h 86450"/>
              <a:gd name="connsiteX1" fmla="*/ 11379 w 41010"/>
              <a:gd name="connsiteY1" fmla="*/ 5804 h 86450"/>
              <a:gd name="connsiteX2" fmla="*/ 41010 w 41010"/>
              <a:gd name="connsiteY2" fmla="*/ 84923 h 86450"/>
              <a:gd name="connsiteX3" fmla="*/ 40858 w 41010"/>
              <a:gd name="connsiteY3" fmla="*/ 86451 h 86450"/>
              <a:gd name="connsiteX4" fmla="*/ 0 w 41010"/>
              <a:gd name="connsiteY4" fmla="*/ 76 h 8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10" h="86450">
                <a:moveTo>
                  <a:pt x="0" y="0"/>
                </a:moveTo>
                <a:cubicBezTo>
                  <a:pt x="4277" y="535"/>
                  <a:pt x="8248" y="2291"/>
                  <a:pt x="11379" y="5804"/>
                </a:cubicBezTo>
                <a:cubicBezTo>
                  <a:pt x="28944" y="25737"/>
                  <a:pt x="40018" y="58881"/>
                  <a:pt x="41010" y="84923"/>
                </a:cubicBezTo>
                <a:cubicBezTo>
                  <a:pt x="41010" y="85458"/>
                  <a:pt x="40934" y="85840"/>
                  <a:pt x="40858" y="86451"/>
                </a:cubicBezTo>
                <a:cubicBezTo>
                  <a:pt x="20696" y="59721"/>
                  <a:pt x="8553" y="27569"/>
                  <a:pt x="0" y="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13"/>
            </p:custDataLst>
          </p:nvPr>
        </p:nvSpPr>
        <p:spPr>
          <a:xfrm>
            <a:off x="7157931" y="3108136"/>
            <a:ext cx="113044" cy="162610"/>
          </a:xfrm>
          <a:custGeom>
            <a:avLst/>
            <a:gdLst>
              <a:gd name="connsiteX0" fmla="*/ 14765 w 82213"/>
              <a:gd name="connsiteY0" fmla="*/ 3841 h 118254"/>
              <a:gd name="connsiteX1" fmla="*/ 789 w 82213"/>
              <a:gd name="connsiteY1" fmla="*/ 36604 h 118254"/>
              <a:gd name="connsiteX2" fmla="*/ 46916 w 82213"/>
              <a:gd name="connsiteY2" fmla="*/ 113203 h 118254"/>
              <a:gd name="connsiteX3" fmla="*/ 72729 w 82213"/>
              <a:gd name="connsiteY3" fmla="*/ 116105 h 118254"/>
              <a:gd name="connsiteX4" fmla="*/ 81283 w 82213"/>
              <a:gd name="connsiteY4" fmla="*/ 85175 h 118254"/>
              <a:gd name="connsiteX5" fmla="*/ 45007 w 82213"/>
              <a:gd name="connsiteY5" fmla="*/ 6896 h 118254"/>
              <a:gd name="connsiteX6" fmla="*/ 14841 w 82213"/>
              <a:gd name="connsiteY6" fmla="*/ 3841 h 11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213" h="118254">
                <a:moveTo>
                  <a:pt x="14765" y="3841"/>
                </a:moveTo>
                <a:cubicBezTo>
                  <a:pt x="4531" y="10944"/>
                  <a:pt x="-2418" y="22857"/>
                  <a:pt x="789" y="36604"/>
                </a:cubicBezTo>
                <a:cubicBezTo>
                  <a:pt x="5906" y="58446"/>
                  <a:pt x="26679" y="102205"/>
                  <a:pt x="46916" y="113203"/>
                </a:cubicBezTo>
                <a:cubicBezTo>
                  <a:pt x="53790" y="116945"/>
                  <a:pt x="66314" y="120763"/>
                  <a:pt x="72729" y="116105"/>
                </a:cubicBezTo>
                <a:cubicBezTo>
                  <a:pt x="79450" y="111293"/>
                  <a:pt x="84338" y="97471"/>
                  <a:pt x="81283" y="85175"/>
                </a:cubicBezTo>
                <a:cubicBezTo>
                  <a:pt x="75937" y="63333"/>
                  <a:pt x="59976" y="25454"/>
                  <a:pt x="45007" y="6896"/>
                </a:cubicBezTo>
                <a:cubicBezTo>
                  <a:pt x="39432" y="23"/>
                  <a:pt x="24617" y="-2956"/>
                  <a:pt x="14841" y="3841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14"/>
            </p:custDataLst>
          </p:nvPr>
        </p:nvSpPr>
        <p:spPr>
          <a:xfrm>
            <a:off x="7194483" y="3059134"/>
            <a:ext cx="260161" cy="377729"/>
          </a:xfrm>
          <a:custGeom>
            <a:avLst/>
            <a:gdLst>
              <a:gd name="connsiteX0" fmla="*/ 107929 w 189205"/>
              <a:gd name="connsiteY0" fmla="*/ 46121 h 274695"/>
              <a:gd name="connsiteX1" fmla="*/ 20791 w 189205"/>
              <a:gd name="connsiteY1" fmla="*/ 1673 h 274695"/>
              <a:gd name="connsiteX2" fmla="*/ 18271 w 189205"/>
              <a:gd name="connsiteY2" fmla="*/ 61471 h 274695"/>
              <a:gd name="connsiteX3" fmla="*/ 65315 w 189205"/>
              <a:gd name="connsiteY3" fmla="*/ 88429 h 274695"/>
              <a:gd name="connsiteX4" fmla="*/ 78527 w 189205"/>
              <a:gd name="connsiteY4" fmla="*/ 128447 h 274695"/>
              <a:gd name="connsiteX5" fmla="*/ 54317 w 189205"/>
              <a:gd name="connsiteY5" fmla="*/ 182746 h 274695"/>
              <a:gd name="connsiteX6" fmla="*/ 77534 w 189205"/>
              <a:gd name="connsiteY6" fmla="*/ 240482 h 274695"/>
              <a:gd name="connsiteX7" fmla="*/ 166275 w 189205"/>
              <a:gd name="connsiteY7" fmla="*/ 274695 h 274695"/>
              <a:gd name="connsiteX8" fmla="*/ 189110 w 189205"/>
              <a:gd name="connsiteY8" fmla="*/ 195958 h 274695"/>
              <a:gd name="connsiteX9" fmla="*/ 150238 w 189205"/>
              <a:gd name="connsiteY9" fmla="*/ 96830 h 274695"/>
              <a:gd name="connsiteX10" fmla="*/ 108005 w 189205"/>
              <a:gd name="connsiteY10" fmla="*/ 46197 h 274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05" h="274695">
                <a:moveTo>
                  <a:pt x="107929" y="46121"/>
                </a:moveTo>
                <a:cubicBezTo>
                  <a:pt x="76006" y="36574"/>
                  <a:pt x="41411" y="16107"/>
                  <a:pt x="20791" y="1673"/>
                </a:cubicBezTo>
                <a:cubicBezTo>
                  <a:pt x="4906" y="-9477"/>
                  <a:pt x="-15485" y="37873"/>
                  <a:pt x="18271" y="61471"/>
                </a:cubicBezTo>
                <a:cubicBezTo>
                  <a:pt x="42938" y="78807"/>
                  <a:pt x="65315" y="88429"/>
                  <a:pt x="65315" y="88429"/>
                </a:cubicBezTo>
                <a:lnTo>
                  <a:pt x="78527" y="128447"/>
                </a:lnTo>
                <a:cubicBezTo>
                  <a:pt x="78527" y="128447"/>
                  <a:pt x="62489" y="151664"/>
                  <a:pt x="54317" y="182746"/>
                </a:cubicBezTo>
                <a:cubicBezTo>
                  <a:pt x="48513" y="204588"/>
                  <a:pt x="77534" y="240482"/>
                  <a:pt x="77534" y="240482"/>
                </a:cubicBezTo>
                <a:lnTo>
                  <a:pt x="166275" y="274695"/>
                </a:lnTo>
                <a:cubicBezTo>
                  <a:pt x="166275" y="274695"/>
                  <a:pt x="187353" y="219098"/>
                  <a:pt x="189110" y="195958"/>
                </a:cubicBezTo>
                <a:cubicBezTo>
                  <a:pt x="190943" y="172742"/>
                  <a:pt x="166123" y="123941"/>
                  <a:pt x="150238" y="96830"/>
                </a:cubicBezTo>
                <a:cubicBezTo>
                  <a:pt x="138324" y="76516"/>
                  <a:pt x="131527" y="53070"/>
                  <a:pt x="108005" y="4619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5"/>
            </p:custDataLst>
          </p:nvPr>
        </p:nvSpPr>
        <p:spPr>
          <a:xfrm>
            <a:off x="7157021" y="3333529"/>
            <a:ext cx="353148" cy="204674"/>
          </a:xfrm>
          <a:custGeom>
            <a:avLst/>
            <a:gdLst>
              <a:gd name="connsiteX0" fmla="*/ 231553 w 256831"/>
              <a:gd name="connsiteY0" fmla="*/ 0 h 148844"/>
              <a:gd name="connsiteX1" fmla="*/ 0 w 256831"/>
              <a:gd name="connsiteY1" fmla="*/ 65754 h 148844"/>
              <a:gd name="connsiteX2" fmla="*/ 25278 w 256831"/>
              <a:gd name="connsiteY2" fmla="*/ 148844 h 148844"/>
              <a:gd name="connsiteX3" fmla="*/ 256831 w 256831"/>
              <a:gd name="connsiteY3" fmla="*/ 74079 h 148844"/>
              <a:gd name="connsiteX4" fmla="*/ 231553 w 256831"/>
              <a:gd name="connsiteY4" fmla="*/ 0 h 1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831" h="148844">
                <a:moveTo>
                  <a:pt x="231553" y="0"/>
                </a:moveTo>
                <a:lnTo>
                  <a:pt x="0" y="65754"/>
                </a:lnTo>
                <a:lnTo>
                  <a:pt x="25278" y="148844"/>
                </a:lnTo>
                <a:lnTo>
                  <a:pt x="256831" y="74079"/>
                </a:lnTo>
                <a:lnTo>
                  <a:pt x="231553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>
            <p:custDataLst>
              <p:tags r:id="rId16"/>
            </p:custDataLst>
          </p:nvPr>
        </p:nvSpPr>
        <p:spPr>
          <a:xfrm>
            <a:off x="7124573" y="2780939"/>
            <a:ext cx="1604519" cy="2217946"/>
          </a:xfrm>
          <a:custGeom>
            <a:avLst/>
            <a:gdLst>
              <a:gd name="connsiteX0" fmla="*/ 923539 w 1166909"/>
              <a:gd name="connsiteY0" fmla="*/ 1531595 h 1612947"/>
              <a:gd name="connsiteX1" fmla="*/ 539323 w 1166909"/>
              <a:gd name="connsiteY1" fmla="*/ 1597807 h 1612947"/>
              <a:gd name="connsiteX2" fmla="*/ 0 w 1166909"/>
              <a:gd name="connsiteY2" fmla="*/ 515954 h 1612947"/>
              <a:gd name="connsiteX3" fmla="*/ 280430 w 1166909"/>
              <a:gd name="connsiteY3" fmla="*/ 426296 h 1612947"/>
              <a:gd name="connsiteX4" fmla="*/ 561088 w 1166909"/>
              <a:gd name="connsiteY4" fmla="*/ 766752 h 1612947"/>
              <a:gd name="connsiteX5" fmla="*/ 1053215 w 1166909"/>
              <a:gd name="connsiteY5" fmla="*/ 42080 h 1612947"/>
              <a:gd name="connsiteX6" fmla="*/ 1128057 w 1166909"/>
              <a:gd name="connsiteY6" fmla="*/ 0 h 1612947"/>
              <a:gd name="connsiteX7" fmla="*/ 1127904 w 1166909"/>
              <a:gd name="connsiteY7" fmla="*/ 61249 h 1612947"/>
              <a:gd name="connsiteX8" fmla="*/ 1132257 w 1166909"/>
              <a:gd name="connsiteY8" fmla="*/ 99815 h 1612947"/>
              <a:gd name="connsiteX9" fmla="*/ 923615 w 1166909"/>
              <a:gd name="connsiteY9" fmla="*/ 1531595 h 161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6909" h="1612947">
                <a:moveTo>
                  <a:pt x="923539" y="1531595"/>
                </a:moveTo>
                <a:cubicBezTo>
                  <a:pt x="871455" y="1553436"/>
                  <a:pt x="635854" y="1649662"/>
                  <a:pt x="539323" y="1597807"/>
                </a:cubicBezTo>
                <a:cubicBezTo>
                  <a:pt x="243696" y="1438958"/>
                  <a:pt x="9470" y="630050"/>
                  <a:pt x="0" y="515954"/>
                </a:cubicBezTo>
                <a:lnTo>
                  <a:pt x="280430" y="426296"/>
                </a:lnTo>
                <a:lnTo>
                  <a:pt x="561088" y="766752"/>
                </a:lnTo>
                <a:cubicBezTo>
                  <a:pt x="784241" y="417361"/>
                  <a:pt x="993341" y="87520"/>
                  <a:pt x="1053215" y="42080"/>
                </a:cubicBezTo>
                <a:cubicBezTo>
                  <a:pt x="1078722" y="22758"/>
                  <a:pt x="1110645" y="6262"/>
                  <a:pt x="1128057" y="0"/>
                </a:cubicBezTo>
                <a:cubicBezTo>
                  <a:pt x="1128057" y="0"/>
                  <a:pt x="1123704" y="25584"/>
                  <a:pt x="1127904" y="61249"/>
                </a:cubicBezTo>
                <a:cubicBezTo>
                  <a:pt x="1129203" y="72551"/>
                  <a:pt x="1130730" y="85458"/>
                  <a:pt x="1132257" y="99815"/>
                </a:cubicBezTo>
                <a:cubicBezTo>
                  <a:pt x="1166547" y="411251"/>
                  <a:pt x="1247499" y="1395809"/>
                  <a:pt x="923615" y="1531595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7"/>
            </p:custDataLst>
          </p:nvPr>
        </p:nvSpPr>
        <p:spPr>
          <a:xfrm>
            <a:off x="7866150" y="2810343"/>
            <a:ext cx="838292" cy="2194501"/>
          </a:xfrm>
          <a:custGeom>
            <a:avLst/>
            <a:gdLst>
              <a:gd name="connsiteX0" fmla="*/ 609659 w 609659"/>
              <a:gd name="connsiteY0" fmla="*/ 0 h 1595898"/>
              <a:gd name="connsiteX1" fmla="*/ 592858 w 609659"/>
              <a:gd name="connsiteY1" fmla="*/ 78432 h 1595898"/>
              <a:gd name="connsiteX2" fmla="*/ 290816 w 609659"/>
              <a:gd name="connsiteY2" fmla="*/ 1487682 h 1595898"/>
              <a:gd name="connsiteX3" fmla="*/ 322433 w 609659"/>
              <a:gd name="connsiteY3" fmla="*/ 1566267 h 1595898"/>
              <a:gd name="connsiteX4" fmla="*/ 0 w 609659"/>
              <a:gd name="connsiteY4" fmla="*/ 1576424 h 1595898"/>
              <a:gd name="connsiteX5" fmla="*/ 588505 w 609659"/>
              <a:gd name="connsiteY5" fmla="*/ 39865 h 1595898"/>
              <a:gd name="connsiteX6" fmla="*/ 609659 w 609659"/>
              <a:gd name="connsiteY6" fmla="*/ 0 h 159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59" h="1595898">
                <a:moveTo>
                  <a:pt x="609659" y="0"/>
                </a:moveTo>
                <a:lnTo>
                  <a:pt x="592858" y="78432"/>
                </a:lnTo>
                <a:lnTo>
                  <a:pt x="290816" y="1487682"/>
                </a:lnTo>
                <a:cubicBezTo>
                  <a:pt x="290816" y="1487682"/>
                  <a:pt x="366193" y="1540454"/>
                  <a:pt x="322433" y="1566267"/>
                </a:cubicBezTo>
                <a:cubicBezTo>
                  <a:pt x="229415" y="1559393"/>
                  <a:pt x="96531" y="1628279"/>
                  <a:pt x="0" y="1576424"/>
                </a:cubicBezTo>
                <a:cubicBezTo>
                  <a:pt x="94775" y="1253914"/>
                  <a:pt x="483955" y="237739"/>
                  <a:pt x="588505" y="39865"/>
                </a:cubicBezTo>
                <a:cubicBezTo>
                  <a:pt x="602099" y="14205"/>
                  <a:pt x="609659" y="0"/>
                  <a:pt x="60965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8"/>
            </p:custDataLst>
          </p:nvPr>
        </p:nvSpPr>
        <p:spPr>
          <a:xfrm>
            <a:off x="8793002" y="1411458"/>
            <a:ext cx="2133715" cy="2550081"/>
          </a:xfrm>
          <a:custGeom>
            <a:avLst/>
            <a:gdLst>
              <a:gd name="connsiteX0" fmla="*/ 60765 w 1551772"/>
              <a:gd name="connsiteY0" fmla="*/ 628431 h 1854484"/>
              <a:gd name="connsiteX1" fmla="*/ 238477 w 1551772"/>
              <a:gd name="connsiteY1" fmla="*/ 858304 h 1854484"/>
              <a:gd name="connsiteX2" fmla="*/ 439406 w 1551772"/>
              <a:gd name="connsiteY2" fmla="*/ 1460632 h 1854484"/>
              <a:gd name="connsiteX3" fmla="*/ 808501 w 1551772"/>
              <a:gd name="connsiteY3" fmla="*/ 1842862 h 1854484"/>
              <a:gd name="connsiteX4" fmla="*/ 1263817 w 1551772"/>
              <a:gd name="connsiteY4" fmla="*/ 1711812 h 1854484"/>
              <a:gd name="connsiteX5" fmla="*/ 1539741 w 1551772"/>
              <a:gd name="connsiteY5" fmla="*/ 1340502 h 1854484"/>
              <a:gd name="connsiteX6" fmla="*/ 1418771 w 1551772"/>
              <a:gd name="connsiteY6" fmla="*/ 840739 h 1854484"/>
              <a:gd name="connsiteX7" fmla="*/ 827822 w 1551772"/>
              <a:gd name="connsiteY7" fmla="*/ 378626 h 1854484"/>
              <a:gd name="connsiteX8" fmla="*/ 717544 w 1551772"/>
              <a:gd name="connsiteY8" fmla="*/ 193200 h 1854484"/>
              <a:gd name="connsiteX9" fmla="*/ 580308 w 1551772"/>
              <a:gd name="connsiteY9" fmla="*/ 56116 h 1854484"/>
              <a:gd name="connsiteX10" fmla="*/ 170585 w 1551772"/>
              <a:gd name="connsiteY10" fmla="*/ 61157 h 1854484"/>
              <a:gd name="connsiteX11" fmla="*/ 10972 w 1551772"/>
              <a:gd name="connsiteY11" fmla="*/ 507232 h 1854484"/>
              <a:gd name="connsiteX12" fmla="*/ 60841 w 1551772"/>
              <a:gd name="connsiteY12" fmla="*/ 628355 h 185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1772" h="1854484">
                <a:moveTo>
                  <a:pt x="60765" y="628431"/>
                </a:moveTo>
                <a:cubicBezTo>
                  <a:pt x="125985" y="754594"/>
                  <a:pt x="205638" y="824701"/>
                  <a:pt x="238477" y="858304"/>
                </a:cubicBezTo>
                <a:cubicBezTo>
                  <a:pt x="394271" y="1017535"/>
                  <a:pt x="296595" y="1172336"/>
                  <a:pt x="439406" y="1460632"/>
                </a:cubicBezTo>
                <a:cubicBezTo>
                  <a:pt x="497141" y="1577172"/>
                  <a:pt x="602837" y="1790473"/>
                  <a:pt x="808501" y="1842862"/>
                </a:cubicBezTo>
                <a:cubicBezTo>
                  <a:pt x="1007520" y="1893572"/>
                  <a:pt x="1188669" y="1765118"/>
                  <a:pt x="1263817" y="1711812"/>
                </a:cubicBezTo>
                <a:cubicBezTo>
                  <a:pt x="1332091" y="1663393"/>
                  <a:pt x="1493919" y="1548686"/>
                  <a:pt x="1539741" y="1340502"/>
                </a:cubicBezTo>
                <a:cubicBezTo>
                  <a:pt x="1593963" y="1094286"/>
                  <a:pt x="1449090" y="884575"/>
                  <a:pt x="1418771" y="840739"/>
                </a:cubicBezTo>
                <a:cubicBezTo>
                  <a:pt x="1236324" y="576729"/>
                  <a:pt x="937260" y="611630"/>
                  <a:pt x="827822" y="378626"/>
                </a:cubicBezTo>
                <a:cubicBezTo>
                  <a:pt x="816291" y="354187"/>
                  <a:pt x="784292" y="278887"/>
                  <a:pt x="717544" y="193200"/>
                </a:cubicBezTo>
                <a:cubicBezTo>
                  <a:pt x="680887" y="146156"/>
                  <a:pt x="639342" y="92850"/>
                  <a:pt x="580308" y="56116"/>
                </a:cubicBezTo>
                <a:cubicBezTo>
                  <a:pt x="478507" y="-7270"/>
                  <a:pt x="309043" y="-31251"/>
                  <a:pt x="170585" y="61157"/>
                </a:cubicBezTo>
                <a:cubicBezTo>
                  <a:pt x="5779" y="171129"/>
                  <a:pt x="-19041" y="381757"/>
                  <a:pt x="10972" y="507232"/>
                </a:cubicBezTo>
                <a:cubicBezTo>
                  <a:pt x="21969" y="553207"/>
                  <a:pt x="40756" y="589482"/>
                  <a:pt x="60841" y="628355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9"/>
            </p:custDataLst>
          </p:nvPr>
        </p:nvSpPr>
        <p:spPr>
          <a:xfrm>
            <a:off x="9071507" y="2042788"/>
            <a:ext cx="443892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solidFill>
            <a:srgbClr val="FEB6A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0"/>
            </p:custDataLst>
          </p:nvPr>
        </p:nvSpPr>
        <p:spPr>
          <a:xfrm>
            <a:off x="9071507" y="2042788"/>
            <a:ext cx="443892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1"/>
            </p:custDataLst>
          </p:nvPr>
        </p:nvSpPr>
        <p:spPr>
          <a:xfrm>
            <a:off x="8916669" y="1529160"/>
            <a:ext cx="753759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90040" y="659453"/>
                  <a:pt x="274091" y="659453"/>
                </a:cubicBezTo>
                <a:cubicBezTo>
                  <a:pt x="458142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22"/>
            </p:custDataLst>
          </p:nvPr>
        </p:nvSpPr>
        <p:spPr>
          <a:xfrm>
            <a:off x="8916669" y="1529160"/>
            <a:ext cx="753759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105237" y="659453"/>
                  <a:pt x="274091" y="659453"/>
                </a:cubicBezTo>
                <a:cubicBezTo>
                  <a:pt x="442944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3"/>
            </p:custDataLst>
          </p:nvPr>
        </p:nvSpPr>
        <p:spPr>
          <a:xfrm>
            <a:off x="8852347" y="1459135"/>
            <a:ext cx="896270" cy="675050"/>
          </a:xfrm>
          <a:custGeom>
            <a:avLst/>
            <a:gdLst>
              <a:gd name="connsiteX0" fmla="*/ 540508 w 651825"/>
              <a:gd name="connsiteY0" fmla="*/ 394359 h 490914"/>
              <a:gd name="connsiteX1" fmla="*/ 473151 w 651825"/>
              <a:gd name="connsiteY1" fmla="*/ 343038 h 490914"/>
              <a:gd name="connsiteX2" fmla="*/ 398614 w 651825"/>
              <a:gd name="connsiteY2" fmla="*/ 178003 h 490914"/>
              <a:gd name="connsiteX3" fmla="*/ 116427 w 651825"/>
              <a:gd name="connsiteY3" fmla="*/ 383361 h 490914"/>
              <a:gd name="connsiteX4" fmla="*/ 110547 w 651825"/>
              <a:gd name="connsiteY4" fmla="*/ 481038 h 490914"/>
              <a:gd name="connsiteX5" fmla="*/ 87407 w 651825"/>
              <a:gd name="connsiteY5" fmla="*/ 432849 h 490914"/>
              <a:gd name="connsiteX6" fmla="*/ 4011 w 651825"/>
              <a:gd name="connsiteY6" fmla="*/ 389165 h 490914"/>
              <a:gd name="connsiteX7" fmla="*/ 300937 w 651825"/>
              <a:gd name="connsiteY7" fmla="*/ 62 h 490914"/>
              <a:gd name="connsiteX8" fmla="*/ 645975 w 651825"/>
              <a:gd name="connsiteY8" fmla="*/ 389165 h 490914"/>
              <a:gd name="connsiteX9" fmla="*/ 540432 w 651825"/>
              <a:gd name="connsiteY9" fmla="*/ 394282 h 49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1825" h="490914">
                <a:moveTo>
                  <a:pt x="540508" y="394359"/>
                </a:moveTo>
                <a:cubicBezTo>
                  <a:pt x="541959" y="376412"/>
                  <a:pt x="517292" y="367400"/>
                  <a:pt x="473151" y="343038"/>
                </a:cubicBezTo>
                <a:cubicBezTo>
                  <a:pt x="408007" y="307068"/>
                  <a:pt x="399454" y="178614"/>
                  <a:pt x="398614" y="178003"/>
                </a:cubicBezTo>
                <a:cubicBezTo>
                  <a:pt x="389373" y="171130"/>
                  <a:pt x="319647" y="351744"/>
                  <a:pt x="116427" y="383361"/>
                </a:cubicBezTo>
                <a:cubicBezTo>
                  <a:pt x="87636" y="387867"/>
                  <a:pt x="136054" y="445221"/>
                  <a:pt x="110547" y="481038"/>
                </a:cubicBezTo>
                <a:cubicBezTo>
                  <a:pt x="89927" y="509982"/>
                  <a:pt x="88094" y="469659"/>
                  <a:pt x="87407" y="432849"/>
                </a:cubicBezTo>
                <a:cubicBezTo>
                  <a:pt x="87101" y="414902"/>
                  <a:pt x="37309" y="400086"/>
                  <a:pt x="4011" y="389165"/>
                </a:cubicBezTo>
                <a:cubicBezTo>
                  <a:pt x="4011" y="389165"/>
                  <a:pt x="-57466" y="-5666"/>
                  <a:pt x="300937" y="62"/>
                </a:cubicBezTo>
                <a:cubicBezTo>
                  <a:pt x="659340" y="5789"/>
                  <a:pt x="664686" y="226574"/>
                  <a:pt x="645975" y="389165"/>
                </a:cubicBezTo>
                <a:cubicBezTo>
                  <a:pt x="626959" y="441708"/>
                  <a:pt x="527526" y="552520"/>
                  <a:pt x="540432" y="394282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4"/>
            </p:custDataLst>
          </p:nvPr>
        </p:nvSpPr>
        <p:spPr>
          <a:xfrm>
            <a:off x="9244057" y="1991739"/>
            <a:ext cx="82046" cy="177710"/>
          </a:xfrm>
          <a:custGeom>
            <a:avLst/>
            <a:gdLst>
              <a:gd name="connsiteX0" fmla="*/ 44928 w 59669"/>
              <a:gd name="connsiteY0" fmla="*/ 313 h 129236"/>
              <a:gd name="connsiteX1" fmla="*/ 54398 w 59669"/>
              <a:gd name="connsiteY1" fmla="*/ 114486 h 129236"/>
              <a:gd name="connsiteX2" fmla="*/ 99 w 59669"/>
              <a:gd name="connsiteY2" fmla="*/ 103641 h 129236"/>
              <a:gd name="connsiteX3" fmla="*/ 28356 w 59669"/>
              <a:gd name="connsiteY3" fmla="*/ 64311 h 129236"/>
              <a:gd name="connsiteX4" fmla="*/ 44928 w 59669"/>
              <a:gd name="connsiteY4" fmla="*/ 237 h 12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69" h="129236">
                <a:moveTo>
                  <a:pt x="44928" y="313"/>
                </a:moveTo>
                <a:cubicBezTo>
                  <a:pt x="49969" y="13296"/>
                  <a:pt x="68680" y="86229"/>
                  <a:pt x="54398" y="114486"/>
                </a:cubicBezTo>
                <a:cubicBezTo>
                  <a:pt x="41797" y="139535"/>
                  <a:pt x="1856" y="130523"/>
                  <a:pt x="99" y="103641"/>
                </a:cubicBezTo>
                <a:cubicBezTo>
                  <a:pt x="-1657" y="76836"/>
                  <a:pt x="20337" y="72788"/>
                  <a:pt x="28356" y="64311"/>
                </a:cubicBezTo>
                <a:cubicBezTo>
                  <a:pt x="39277" y="52855"/>
                  <a:pt x="43172" y="-4116"/>
                  <a:pt x="44928" y="237"/>
                </a:cubicBezTo>
                <a:close/>
              </a:path>
            </a:pathLst>
          </a:custGeom>
          <a:gradFill>
            <a:gsLst>
              <a:gs pos="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5"/>
            </p:custDataLst>
          </p:nvPr>
        </p:nvSpPr>
        <p:spPr>
          <a:xfrm>
            <a:off x="9094344" y="1986851"/>
            <a:ext cx="396830" cy="112750"/>
          </a:xfrm>
          <a:custGeom>
            <a:avLst/>
            <a:gdLst>
              <a:gd name="connsiteX0" fmla="*/ 0 w 288600"/>
              <a:gd name="connsiteY0" fmla="*/ 1654 h 81995"/>
              <a:gd name="connsiteX1" fmla="*/ 76 w 288600"/>
              <a:gd name="connsiteY1" fmla="*/ 1654 h 81995"/>
              <a:gd name="connsiteX2" fmla="*/ 23035 w 288600"/>
              <a:gd name="connsiteY2" fmla="*/ 2313 h 81995"/>
              <a:gd name="connsiteX3" fmla="*/ 29203 w 288600"/>
              <a:gd name="connsiteY3" fmla="*/ 10520 h 81995"/>
              <a:gd name="connsiteX4" fmla="*/ 37879 w 288600"/>
              <a:gd name="connsiteY4" fmla="*/ 3029 h 81995"/>
              <a:gd name="connsiteX5" fmla="*/ 56818 w 288600"/>
              <a:gd name="connsiteY5" fmla="*/ 42512 h 81995"/>
              <a:gd name="connsiteX6" fmla="*/ 37879 w 288600"/>
              <a:gd name="connsiteY6" fmla="*/ 81995 h 81995"/>
              <a:gd name="connsiteX7" fmla="*/ 18939 w 288600"/>
              <a:gd name="connsiteY7" fmla="*/ 42512 h 81995"/>
              <a:gd name="connsiteX8" fmla="*/ 24486 w 288600"/>
              <a:gd name="connsiteY8" fmla="*/ 14593 h 81995"/>
              <a:gd name="connsiteX9" fmla="*/ 26338 w 288600"/>
              <a:gd name="connsiteY9" fmla="*/ 12994 h 81995"/>
              <a:gd name="connsiteX10" fmla="*/ 19474 w 288600"/>
              <a:gd name="connsiteY10" fmla="*/ 7688 h 81995"/>
              <a:gd name="connsiteX11" fmla="*/ 153 w 288600"/>
              <a:gd name="connsiteY11" fmla="*/ 2418 h 81995"/>
              <a:gd name="connsiteX12" fmla="*/ 0 w 288600"/>
              <a:gd name="connsiteY12" fmla="*/ 1654 h 81995"/>
              <a:gd name="connsiteX13" fmla="*/ 288600 w 288600"/>
              <a:gd name="connsiteY13" fmla="*/ 1195 h 81995"/>
              <a:gd name="connsiteX14" fmla="*/ 288524 w 288600"/>
              <a:gd name="connsiteY14" fmla="*/ 1959 h 81995"/>
              <a:gd name="connsiteX15" fmla="*/ 269661 w 288600"/>
              <a:gd name="connsiteY15" fmla="*/ 8756 h 81995"/>
              <a:gd name="connsiteX16" fmla="*/ 264332 w 288600"/>
              <a:gd name="connsiteY16" fmla="*/ 13591 h 81995"/>
              <a:gd name="connsiteX17" fmla="*/ 264343 w 288600"/>
              <a:gd name="connsiteY17" fmla="*/ 13600 h 81995"/>
              <a:gd name="connsiteX18" fmla="*/ 269890 w 288600"/>
              <a:gd name="connsiteY18" fmla="*/ 41519 h 81995"/>
              <a:gd name="connsiteX19" fmla="*/ 250951 w 288600"/>
              <a:gd name="connsiteY19" fmla="*/ 81002 h 81995"/>
              <a:gd name="connsiteX20" fmla="*/ 232011 w 288600"/>
              <a:gd name="connsiteY20" fmla="*/ 41519 h 81995"/>
              <a:gd name="connsiteX21" fmla="*/ 250951 w 288600"/>
              <a:gd name="connsiteY21" fmla="*/ 2036 h 81995"/>
              <a:gd name="connsiteX22" fmla="*/ 259292 w 288600"/>
              <a:gd name="connsiteY22" fmla="*/ 9238 h 81995"/>
              <a:gd name="connsiteX23" fmla="*/ 271580 w 288600"/>
              <a:gd name="connsiteY23" fmla="*/ 1539 h 81995"/>
              <a:gd name="connsiteX24" fmla="*/ 288600 w 288600"/>
              <a:gd name="connsiteY24" fmla="*/ 1195 h 8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8600" h="81995">
                <a:moveTo>
                  <a:pt x="0" y="1654"/>
                </a:moveTo>
                <a:lnTo>
                  <a:pt x="76" y="1654"/>
                </a:lnTo>
                <a:cubicBezTo>
                  <a:pt x="6682" y="-714"/>
                  <a:pt x="15694" y="-580"/>
                  <a:pt x="23035" y="2313"/>
                </a:cubicBezTo>
                <a:lnTo>
                  <a:pt x="29203" y="10520"/>
                </a:lnTo>
                <a:lnTo>
                  <a:pt x="37879" y="3029"/>
                </a:lnTo>
                <a:cubicBezTo>
                  <a:pt x="48339" y="3029"/>
                  <a:pt x="56818" y="20706"/>
                  <a:pt x="56818" y="42512"/>
                </a:cubicBezTo>
                <a:cubicBezTo>
                  <a:pt x="56818" y="64318"/>
                  <a:pt x="48339" y="81995"/>
                  <a:pt x="37879" y="81995"/>
                </a:cubicBezTo>
                <a:cubicBezTo>
                  <a:pt x="27419" y="81995"/>
                  <a:pt x="18939" y="64318"/>
                  <a:pt x="18939" y="42512"/>
                </a:cubicBezTo>
                <a:cubicBezTo>
                  <a:pt x="18939" y="31609"/>
                  <a:pt x="21059" y="21738"/>
                  <a:pt x="24486" y="14593"/>
                </a:cubicBezTo>
                <a:lnTo>
                  <a:pt x="26338" y="12994"/>
                </a:lnTo>
                <a:lnTo>
                  <a:pt x="19474" y="7688"/>
                </a:lnTo>
                <a:cubicBezTo>
                  <a:pt x="14128" y="4175"/>
                  <a:pt x="7179" y="2342"/>
                  <a:pt x="153" y="2418"/>
                </a:cubicBezTo>
                <a:cubicBezTo>
                  <a:pt x="153" y="2418"/>
                  <a:pt x="0" y="1654"/>
                  <a:pt x="0" y="1654"/>
                </a:cubicBezTo>
                <a:close/>
                <a:moveTo>
                  <a:pt x="288600" y="1195"/>
                </a:moveTo>
                <a:cubicBezTo>
                  <a:pt x="288600" y="1195"/>
                  <a:pt x="288524" y="1959"/>
                  <a:pt x="288524" y="1959"/>
                </a:cubicBezTo>
                <a:cubicBezTo>
                  <a:pt x="281498" y="2417"/>
                  <a:pt x="274777" y="4861"/>
                  <a:pt x="269661" y="8756"/>
                </a:cubicBezTo>
                <a:lnTo>
                  <a:pt x="264332" y="13591"/>
                </a:lnTo>
                <a:lnTo>
                  <a:pt x="264343" y="13600"/>
                </a:lnTo>
                <a:cubicBezTo>
                  <a:pt x="267770" y="20745"/>
                  <a:pt x="269890" y="30616"/>
                  <a:pt x="269890" y="41519"/>
                </a:cubicBezTo>
                <a:cubicBezTo>
                  <a:pt x="269890" y="63325"/>
                  <a:pt x="261411" y="81002"/>
                  <a:pt x="250951" y="81002"/>
                </a:cubicBezTo>
                <a:cubicBezTo>
                  <a:pt x="240491" y="81002"/>
                  <a:pt x="232011" y="63325"/>
                  <a:pt x="232011" y="41519"/>
                </a:cubicBezTo>
                <a:cubicBezTo>
                  <a:pt x="232011" y="19713"/>
                  <a:pt x="240490" y="2036"/>
                  <a:pt x="250951" y="2036"/>
                </a:cubicBezTo>
                <a:lnTo>
                  <a:pt x="259292" y="9238"/>
                </a:lnTo>
                <a:lnTo>
                  <a:pt x="271580" y="1539"/>
                </a:lnTo>
                <a:cubicBezTo>
                  <a:pt x="277260" y="11"/>
                  <a:pt x="283369" y="-65"/>
                  <a:pt x="288600" y="1195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6"/>
            </p:custDataLst>
          </p:nvPr>
        </p:nvSpPr>
        <p:spPr>
          <a:xfrm>
            <a:off x="9061350" y="1870127"/>
            <a:ext cx="148774" cy="40915"/>
          </a:xfrm>
          <a:custGeom>
            <a:avLst/>
            <a:gdLst>
              <a:gd name="connsiteX0" fmla="*/ 933 w 108198"/>
              <a:gd name="connsiteY0" fmla="*/ 9710 h 29755"/>
              <a:gd name="connsiteX1" fmla="*/ 2079 w 108198"/>
              <a:gd name="connsiteY1" fmla="*/ 13146 h 29755"/>
              <a:gd name="connsiteX2" fmla="*/ 42860 w 108198"/>
              <a:gd name="connsiteY2" fmla="*/ 12535 h 29755"/>
              <a:gd name="connsiteX3" fmla="*/ 105101 w 108198"/>
              <a:gd name="connsiteY3" fmla="*/ 28802 h 29755"/>
              <a:gd name="connsiteX4" fmla="*/ 53705 w 108198"/>
              <a:gd name="connsiteY4" fmla="*/ 2225 h 29755"/>
              <a:gd name="connsiteX5" fmla="*/ 1010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933" y="9710"/>
                </a:moveTo>
                <a:cubicBezTo>
                  <a:pt x="-823" y="10702"/>
                  <a:pt x="93" y="13452"/>
                  <a:pt x="2079" y="13146"/>
                </a:cubicBezTo>
                <a:cubicBezTo>
                  <a:pt x="12618" y="11313"/>
                  <a:pt x="29954" y="9328"/>
                  <a:pt x="42860" y="12535"/>
                </a:cubicBezTo>
                <a:cubicBezTo>
                  <a:pt x="62869" y="17499"/>
                  <a:pt x="99526" y="33842"/>
                  <a:pt x="105101" y="28802"/>
                </a:cubicBezTo>
                <a:cubicBezTo>
                  <a:pt x="116328" y="18645"/>
                  <a:pt x="96548" y="9633"/>
                  <a:pt x="53705" y="2225"/>
                </a:cubicBezTo>
                <a:cubicBezTo>
                  <a:pt x="43777" y="545"/>
                  <a:pt x="25601" y="-4419"/>
                  <a:pt x="1010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7"/>
            </p:custDataLst>
          </p:nvPr>
        </p:nvSpPr>
        <p:spPr>
          <a:xfrm>
            <a:off x="9155043" y="2189921"/>
            <a:ext cx="259968" cy="129235"/>
          </a:xfrm>
          <a:custGeom>
            <a:avLst/>
            <a:gdLst>
              <a:gd name="connsiteX0" fmla="*/ 2901 w 189066"/>
              <a:gd name="connsiteY0" fmla="*/ 47955 h 93983"/>
              <a:gd name="connsiteX1" fmla="*/ 174274 w 189066"/>
              <a:gd name="connsiteY1" fmla="*/ 67201 h 93983"/>
              <a:gd name="connsiteX2" fmla="*/ 178398 w 189066"/>
              <a:gd name="connsiteY2" fmla="*/ 9771 h 93983"/>
              <a:gd name="connsiteX3" fmla="*/ 159688 w 189066"/>
              <a:gd name="connsiteY3" fmla="*/ 2210 h 93983"/>
              <a:gd name="connsiteX4" fmla="*/ 93628 w 189066"/>
              <a:gd name="connsiteY4" fmla="*/ 7021 h 93983"/>
              <a:gd name="connsiteX5" fmla="*/ 32303 w 189066"/>
              <a:gd name="connsiteY5" fmla="*/ 301 h 93983"/>
              <a:gd name="connsiteX6" fmla="*/ 13058 w 189066"/>
              <a:gd name="connsiteY6" fmla="*/ 3203 h 93983"/>
              <a:gd name="connsiteX7" fmla="*/ 2901 w 189066"/>
              <a:gd name="connsiteY7" fmla="*/ 47879 h 9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066" h="93983">
                <a:moveTo>
                  <a:pt x="2901" y="47955"/>
                </a:moveTo>
                <a:cubicBezTo>
                  <a:pt x="18709" y="108211"/>
                  <a:pt x="140748" y="103476"/>
                  <a:pt x="174274" y="67201"/>
                </a:cubicBezTo>
                <a:cubicBezTo>
                  <a:pt x="196498" y="43144"/>
                  <a:pt x="190083" y="21073"/>
                  <a:pt x="178398" y="9771"/>
                </a:cubicBezTo>
                <a:cubicBezTo>
                  <a:pt x="172441" y="4043"/>
                  <a:pt x="165186" y="1141"/>
                  <a:pt x="159688" y="2210"/>
                </a:cubicBezTo>
                <a:cubicBezTo>
                  <a:pt x="139755" y="6028"/>
                  <a:pt x="110506" y="8320"/>
                  <a:pt x="93628" y="7021"/>
                </a:cubicBezTo>
                <a:cubicBezTo>
                  <a:pt x="78278" y="5799"/>
                  <a:pt x="32303" y="301"/>
                  <a:pt x="32303" y="301"/>
                </a:cubicBezTo>
                <a:cubicBezTo>
                  <a:pt x="32303" y="301"/>
                  <a:pt x="22069" y="-1379"/>
                  <a:pt x="13058" y="3203"/>
                </a:cubicBezTo>
                <a:cubicBezTo>
                  <a:pt x="3512" y="7938"/>
                  <a:pt x="-4507" y="19775"/>
                  <a:pt x="2901" y="47879"/>
                </a:cubicBezTo>
                <a:close/>
              </a:path>
            </a:pathLst>
          </a:custGeom>
          <a:solidFill>
            <a:srgbClr val="AF270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8"/>
            </p:custDataLst>
          </p:nvPr>
        </p:nvSpPr>
        <p:spPr>
          <a:xfrm>
            <a:off x="9173102" y="2188121"/>
            <a:ext cx="227449" cy="41695"/>
          </a:xfrm>
          <a:custGeom>
            <a:avLst/>
            <a:gdLst>
              <a:gd name="connsiteX0" fmla="*/ 0 w 165416"/>
              <a:gd name="connsiteY0" fmla="*/ 3203 h 30322"/>
              <a:gd name="connsiteX1" fmla="*/ 80035 w 165416"/>
              <a:gd name="connsiteY1" fmla="*/ 29168 h 30322"/>
              <a:gd name="connsiteX2" fmla="*/ 165417 w 165416"/>
              <a:gd name="connsiteY2" fmla="*/ 9771 h 30322"/>
              <a:gd name="connsiteX3" fmla="*/ 146706 w 165416"/>
              <a:gd name="connsiteY3" fmla="*/ 2210 h 30322"/>
              <a:gd name="connsiteX4" fmla="*/ 80646 w 165416"/>
              <a:gd name="connsiteY4" fmla="*/ 7021 h 30322"/>
              <a:gd name="connsiteX5" fmla="*/ 19322 w 165416"/>
              <a:gd name="connsiteY5" fmla="*/ 301 h 30322"/>
              <a:gd name="connsiteX6" fmla="*/ 76 w 165416"/>
              <a:gd name="connsiteY6" fmla="*/ 3203 h 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416" h="30322">
                <a:moveTo>
                  <a:pt x="0" y="3203"/>
                </a:moveTo>
                <a:cubicBezTo>
                  <a:pt x="13441" y="12825"/>
                  <a:pt x="37727" y="24586"/>
                  <a:pt x="80035" y="29168"/>
                </a:cubicBezTo>
                <a:cubicBezTo>
                  <a:pt x="127079" y="34362"/>
                  <a:pt x="152587" y="20997"/>
                  <a:pt x="165417" y="9771"/>
                </a:cubicBezTo>
                <a:cubicBezTo>
                  <a:pt x="159460" y="4043"/>
                  <a:pt x="152205" y="1141"/>
                  <a:pt x="146706" y="2210"/>
                </a:cubicBezTo>
                <a:cubicBezTo>
                  <a:pt x="126774" y="6028"/>
                  <a:pt x="97524" y="8320"/>
                  <a:pt x="80646" y="7021"/>
                </a:cubicBezTo>
                <a:cubicBezTo>
                  <a:pt x="65296" y="5799"/>
                  <a:pt x="19322" y="301"/>
                  <a:pt x="19322" y="301"/>
                </a:cubicBezTo>
                <a:cubicBezTo>
                  <a:pt x="19322" y="301"/>
                  <a:pt x="9088" y="-1379"/>
                  <a:pt x="76" y="3203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9"/>
            </p:custDataLst>
          </p:nvPr>
        </p:nvSpPr>
        <p:spPr>
          <a:xfrm>
            <a:off x="9376762" y="1870127"/>
            <a:ext cx="148774" cy="40915"/>
          </a:xfrm>
          <a:custGeom>
            <a:avLst/>
            <a:gdLst>
              <a:gd name="connsiteX0" fmla="*/ 107266 w 108198"/>
              <a:gd name="connsiteY0" fmla="*/ 9710 h 29755"/>
              <a:gd name="connsiteX1" fmla="*/ 106120 w 108198"/>
              <a:gd name="connsiteY1" fmla="*/ 13146 h 29755"/>
              <a:gd name="connsiteX2" fmla="*/ 65339 w 108198"/>
              <a:gd name="connsiteY2" fmla="*/ 12535 h 29755"/>
              <a:gd name="connsiteX3" fmla="*/ 3097 w 108198"/>
              <a:gd name="connsiteY3" fmla="*/ 28802 h 29755"/>
              <a:gd name="connsiteX4" fmla="*/ 54494 w 108198"/>
              <a:gd name="connsiteY4" fmla="*/ 2225 h 29755"/>
              <a:gd name="connsiteX5" fmla="*/ 107189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107266" y="9710"/>
                </a:moveTo>
                <a:cubicBezTo>
                  <a:pt x="109022" y="10702"/>
                  <a:pt x="108106" y="13452"/>
                  <a:pt x="106120" y="13146"/>
                </a:cubicBezTo>
                <a:cubicBezTo>
                  <a:pt x="95581" y="11313"/>
                  <a:pt x="78245" y="9328"/>
                  <a:pt x="65339" y="12535"/>
                </a:cubicBezTo>
                <a:cubicBezTo>
                  <a:pt x="45330" y="17499"/>
                  <a:pt x="8672" y="33842"/>
                  <a:pt x="3097" y="28802"/>
                </a:cubicBezTo>
                <a:cubicBezTo>
                  <a:pt x="-8129" y="18645"/>
                  <a:pt x="11651" y="9633"/>
                  <a:pt x="54494" y="2225"/>
                </a:cubicBezTo>
                <a:cubicBezTo>
                  <a:pt x="64422" y="545"/>
                  <a:pt x="82598" y="-4419"/>
                  <a:pt x="107189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0"/>
            </p:custDataLst>
          </p:nvPr>
        </p:nvSpPr>
        <p:spPr>
          <a:xfrm>
            <a:off x="8828171" y="1986233"/>
            <a:ext cx="148770" cy="221542"/>
          </a:xfrm>
          <a:custGeom>
            <a:avLst/>
            <a:gdLst>
              <a:gd name="connsiteX0" fmla="*/ 108196 w 108196"/>
              <a:gd name="connsiteY0" fmla="*/ 106271 h 161111"/>
              <a:gd name="connsiteX1" fmla="*/ 105065 w 108196"/>
              <a:gd name="connsiteY1" fmla="*/ 49528 h 161111"/>
              <a:gd name="connsiteX2" fmla="*/ 24495 w 108196"/>
              <a:gd name="connsiteY2" fmla="*/ 7219 h 161111"/>
              <a:gd name="connsiteX3" fmla="*/ 100789 w 108196"/>
              <a:gd name="connsiteY3" fmla="*/ 146212 h 161111"/>
              <a:gd name="connsiteX4" fmla="*/ 108196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108196" y="106271"/>
                </a:moveTo>
                <a:cubicBezTo>
                  <a:pt x="108196" y="106271"/>
                  <a:pt x="108196" y="63351"/>
                  <a:pt x="105065" y="49528"/>
                </a:cubicBezTo>
                <a:cubicBezTo>
                  <a:pt x="99872" y="26923"/>
                  <a:pt x="72532" y="-17372"/>
                  <a:pt x="24495" y="7219"/>
                </a:cubicBezTo>
                <a:cubicBezTo>
                  <a:pt x="-27512" y="33796"/>
                  <a:pt x="5785" y="213265"/>
                  <a:pt x="100789" y="146212"/>
                </a:cubicBezTo>
                <a:lnTo>
                  <a:pt x="108196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1"/>
            </p:custDataLst>
          </p:nvPr>
        </p:nvSpPr>
        <p:spPr>
          <a:xfrm>
            <a:off x="8869409" y="2038513"/>
            <a:ext cx="70776" cy="114571"/>
          </a:xfrm>
          <a:custGeom>
            <a:avLst/>
            <a:gdLst>
              <a:gd name="connsiteX0" fmla="*/ 229 w 51473"/>
              <a:gd name="connsiteY0" fmla="*/ 9371 h 83319"/>
              <a:gd name="connsiteX1" fmla="*/ 21689 w 51473"/>
              <a:gd name="connsiteY1" fmla="*/ 19376 h 83319"/>
              <a:gd name="connsiteX2" fmla="*/ 23445 w 51473"/>
              <a:gd name="connsiteY2" fmla="*/ 80624 h 83319"/>
              <a:gd name="connsiteX3" fmla="*/ 46051 w 51473"/>
              <a:gd name="connsiteY3" fmla="*/ 30526 h 83319"/>
              <a:gd name="connsiteX4" fmla="*/ 153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229" y="9371"/>
                </a:moveTo>
                <a:cubicBezTo>
                  <a:pt x="-2597" y="18459"/>
                  <a:pt x="21689" y="19376"/>
                  <a:pt x="21689" y="19376"/>
                </a:cubicBezTo>
                <a:cubicBezTo>
                  <a:pt x="21689" y="19376"/>
                  <a:pt x="-5346" y="66419"/>
                  <a:pt x="23445" y="80624"/>
                </a:cubicBezTo>
                <a:cubicBezTo>
                  <a:pt x="49640" y="93531"/>
                  <a:pt x="58194" y="57331"/>
                  <a:pt x="46051" y="30526"/>
                </a:cubicBezTo>
                <a:cubicBezTo>
                  <a:pt x="33908" y="3720"/>
                  <a:pt x="6491" y="-10638"/>
                  <a:pt x="153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52" name="任意多边形: 形状 51"/>
          <p:cNvSpPr/>
          <p:nvPr>
            <p:custDataLst>
              <p:tags r:id="rId32"/>
            </p:custDataLst>
          </p:nvPr>
        </p:nvSpPr>
        <p:spPr>
          <a:xfrm>
            <a:off x="9608682" y="1988544"/>
            <a:ext cx="148770" cy="221542"/>
          </a:xfrm>
          <a:custGeom>
            <a:avLst/>
            <a:gdLst>
              <a:gd name="connsiteX0" fmla="*/ 0 w 108196"/>
              <a:gd name="connsiteY0" fmla="*/ 106271 h 161111"/>
              <a:gd name="connsiteX1" fmla="*/ 3131 w 108196"/>
              <a:gd name="connsiteY1" fmla="*/ 49528 h 161111"/>
              <a:gd name="connsiteX2" fmla="*/ 83701 w 108196"/>
              <a:gd name="connsiteY2" fmla="*/ 7219 h 161111"/>
              <a:gd name="connsiteX3" fmla="*/ 7408 w 108196"/>
              <a:gd name="connsiteY3" fmla="*/ 146212 h 161111"/>
              <a:gd name="connsiteX4" fmla="*/ 0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0" y="106271"/>
                </a:moveTo>
                <a:cubicBezTo>
                  <a:pt x="0" y="106271"/>
                  <a:pt x="0" y="63351"/>
                  <a:pt x="3131" y="49528"/>
                </a:cubicBezTo>
                <a:cubicBezTo>
                  <a:pt x="8324" y="26923"/>
                  <a:pt x="35665" y="-17372"/>
                  <a:pt x="83701" y="7219"/>
                </a:cubicBezTo>
                <a:cubicBezTo>
                  <a:pt x="135709" y="33796"/>
                  <a:pt x="102412" y="213265"/>
                  <a:pt x="7408" y="146212"/>
                </a:cubicBezTo>
                <a:lnTo>
                  <a:pt x="0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3"/>
            </p:custDataLst>
          </p:nvPr>
        </p:nvSpPr>
        <p:spPr>
          <a:xfrm>
            <a:off x="9652259" y="2040823"/>
            <a:ext cx="70776" cy="114571"/>
          </a:xfrm>
          <a:custGeom>
            <a:avLst/>
            <a:gdLst>
              <a:gd name="connsiteX0" fmla="*/ 51245 w 51473"/>
              <a:gd name="connsiteY0" fmla="*/ 9371 h 83319"/>
              <a:gd name="connsiteX1" fmla="*/ 29785 w 51473"/>
              <a:gd name="connsiteY1" fmla="*/ 19376 h 83319"/>
              <a:gd name="connsiteX2" fmla="*/ 28028 w 51473"/>
              <a:gd name="connsiteY2" fmla="*/ 80624 h 83319"/>
              <a:gd name="connsiteX3" fmla="*/ 5423 w 51473"/>
              <a:gd name="connsiteY3" fmla="*/ 30526 h 83319"/>
              <a:gd name="connsiteX4" fmla="*/ 51321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51245" y="9371"/>
                </a:moveTo>
                <a:cubicBezTo>
                  <a:pt x="54070" y="18459"/>
                  <a:pt x="29785" y="19376"/>
                  <a:pt x="29785" y="19376"/>
                </a:cubicBezTo>
                <a:cubicBezTo>
                  <a:pt x="29785" y="19376"/>
                  <a:pt x="56820" y="66419"/>
                  <a:pt x="28028" y="80624"/>
                </a:cubicBezTo>
                <a:cubicBezTo>
                  <a:pt x="1834" y="93531"/>
                  <a:pt x="-6720" y="57331"/>
                  <a:pt x="5423" y="30526"/>
                </a:cubicBezTo>
                <a:cubicBezTo>
                  <a:pt x="17566" y="3720"/>
                  <a:pt x="44982" y="-10638"/>
                  <a:pt x="51321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34"/>
            </p:custDataLst>
          </p:nvPr>
        </p:nvSpPr>
        <p:spPr>
          <a:xfrm>
            <a:off x="7950264" y="2638538"/>
            <a:ext cx="1154476" cy="2767568"/>
          </a:xfrm>
          <a:custGeom>
            <a:avLst/>
            <a:gdLst>
              <a:gd name="connsiteX0" fmla="*/ 0 w 839608"/>
              <a:gd name="connsiteY0" fmla="*/ 2012571 h 2012647"/>
              <a:gd name="connsiteX1" fmla="*/ 138382 w 839608"/>
              <a:gd name="connsiteY1" fmla="*/ 1218402 h 2012647"/>
              <a:gd name="connsiteX2" fmla="*/ 508470 w 839608"/>
              <a:gd name="connsiteY2" fmla="*/ 112645 h 2012647"/>
              <a:gd name="connsiteX3" fmla="*/ 796154 w 839608"/>
              <a:gd name="connsiteY3" fmla="*/ 0 h 2012647"/>
              <a:gd name="connsiteX4" fmla="*/ 839609 w 839608"/>
              <a:gd name="connsiteY4" fmla="*/ 108903 h 2012647"/>
              <a:gd name="connsiteX5" fmla="*/ 475020 w 839608"/>
              <a:gd name="connsiteY5" fmla="*/ 1950559 h 2012647"/>
              <a:gd name="connsiteX6" fmla="*/ 76 w 839608"/>
              <a:gd name="connsiteY6" fmla="*/ 2012647 h 201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9608" h="2012647">
                <a:moveTo>
                  <a:pt x="0" y="2012571"/>
                </a:moveTo>
                <a:cubicBezTo>
                  <a:pt x="14739" y="1784760"/>
                  <a:pt x="53153" y="1515022"/>
                  <a:pt x="138382" y="1218402"/>
                </a:cubicBezTo>
                <a:cubicBezTo>
                  <a:pt x="267141" y="770189"/>
                  <a:pt x="337249" y="375663"/>
                  <a:pt x="508470" y="112645"/>
                </a:cubicBezTo>
                <a:cubicBezTo>
                  <a:pt x="536039" y="83167"/>
                  <a:pt x="768585" y="29555"/>
                  <a:pt x="796154" y="0"/>
                </a:cubicBezTo>
                <a:lnTo>
                  <a:pt x="839609" y="108903"/>
                </a:lnTo>
                <a:lnTo>
                  <a:pt x="475020" y="1950559"/>
                </a:lnTo>
                <a:lnTo>
                  <a:pt x="76" y="2012647"/>
                </a:ln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9" name="任意多边形: 形状 178"/>
          <p:cNvSpPr/>
          <p:nvPr>
            <p:custDataLst>
              <p:tags r:id="rId35"/>
            </p:custDataLst>
          </p:nvPr>
        </p:nvSpPr>
        <p:spPr>
          <a:xfrm>
            <a:off x="7584678" y="4695574"/>
            <a:ext cx="2605652" cy="2162426"/>
          </a:xfrm>
          <a:custGeom>
            <a:avLst/>
            <a:gdLst>
              <a:gd name="connsiteX0" fmla="*/ 2605788 w 2605788"/>
              <a:gd name="connsiteY0" fmla="*/ 223368 h 2162426"/>
              <a:gd name="connsiteX1" fmla="*/ 2605788 w 2605788"/>
              <a:gd name="connsiteY1" fmla="*/ 223473 h 2162426"/>
              <a:gd name="connsiteX2" fmla="*/ 2605725 w 2605788"/>
              <a:gd name="connsiteY2" fmla="*/ 223464 h 2162426"/>
              <a:gd name="connsiteX3" fmla="*/ 922605 w 2605788"/>
              <a:gd name="connsiteY3" fmla="*/ 0 h 2162426"/>
              <a:gd name="connsiteX4" fmla="*/ 2605725 w 2605788"/>
              <a:gd name="connsiteY4" fmla="*/ 223464 h 2162426"/>
              <a:gd name="connsiteX5" fmla="*/ 1345872 w 2605788"/>
              <a:gd name="connsiteY5" fmla="*/ 2162426 h 2162426"/>
              <a:gd name="connsiteX6" fmla="*/ 0 w 2605788"/>
              <a:gd name="connsiteY6" fmla="*/ 2162426 h 2162426"/>
              <a:gd name="connsiteX7" fmla="*/ 65402 w 2605788"/>
              <a:gd name="connsiteY7" fmla="*/ 2002432 h 2162426"/>
              <a:gd name="connsiteX8" fmla="*/ 922605 w 2605788"/>
              <a:gd name="connsiteY8" fmla="*/ 0 h 216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5788" h="2162426">
                <a:moveTo>
                  <a:pt x="2605788" y="223368"/>
                </a:moveTo>
                <a:lnTo>
                  <a:pt x="2605788" y="223473"/>
                </a:lnTo>
                <a:lnTo>
                  <a:pt x="2605725" y="223464"/>
                </a:lnTo>
                <a:close/>
                <a:moveTo>
                  <a:pt x="922605" y="0"/>
                </a:moveTo>
                <a:lnTo>
                  <a:pt x="2605725" y="223464"/>
                </a:lnTo>
                <a:lnTo>
                  <a:pt x="1345872" y="2162426"/>
                </a:lnTo>
                <a:lnTo>
                  <a:pt x="0" y="2162426"/>
                </a:lnTo>
                <a:lnTo>
                  <a:pt x="65402" y="2002432"/>
                </a:lnTo>
                <a:cubicBezTo>
                  <a:pt x="385950" y="1224859"/>
                  <a:pt x="922605" y="0"/>
                  <a:pt x="922605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1" name="任意多边形: 形状 180"/>
          <p:cNvSpPr/>
          <p:nvPr>
            <p:custDataLst>
              <p:tags r:id="rId36"/>
            </p:custDataLst>
          </p:nvPr>
        </p:nvSpPr>
        <p:spPr>
          <a:xfrm>
            <a:off x="8280932" y="4082812"/>
            <a:ext cx="2632262" cy="2775189"/>
          </a:xfrm>
          <a:custGeom>
            <a:avLst/>
            <a:gdLst>
              <a:gd name="connsiteX0" fmla="*/ 2590734 w 2632399"/>
              <a:gd name="connsiteY0" fmla="*/ 2603955 h 2775189"/>
              <a:gd name="connsiteX1" fmla="*/ 2590734 w 2632399"/>
              <a:gd name="connsiteY1" fmla="*/ 2604060 h 2775189"/>
              <a:gd name="connsiteX2" fmla="*/ 2632399 w 2632399"/>
              <a:gd name="connsiteY2" fmla="*/ 2775189 h 2775189"/>
              <a:gd name="connsiteX3" fmla="*/ 2081554 w 2632399"/>
              <a:gd name="connsiteY3" fmla="*/ 2775189 h 2775189"/>
              <a:gd name="connsiteX4" fmla="*/ 1486709 w 2632399"/>
              <a:gd name="connsiteY4" fmla="*/ 0 h 2775189"/>
              <a:gd name="connsiteX5" fmla="*/ 1725514 w 2632399"/>
              <a:gd name="connsiteY5" fmla="*/ 533057 h 2775189"/>
              <a:gd name="connsiteX6" fmla="*/ 1694849 w 2632399"/>
              <a:gd name="connsiteY6" fmla="*/ 1636976 h 2775189"/>
              <a:gd name="connsiteX7" fmla="*/ 1210874 w 2632399"/>
              <a:gd name="connsiteY7" fmla="*/ 2775189 h 2775189"/>
              <a:gd name="connsiteX8" fmla="*/ 0 w 2632399"/>
              <a:gd name="connsiteY8" fmla="*/ 2775189 h 2775189"/>
              <a:gd name="connsiteX9" fmla="*/ 7595 w 2632399"/>
              <a:gd name="connsiteY9" fmla="*/ 2736983 h 2775189"/>
              <a:gd name="connsiteX10" fmla="*/ 465542 w 2632399"/>
              <a:gd name="connsiteY10" fmla="*/ 630511 h 277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32399" h="2775189">
                <a:moveTo>
                  <a:pt x="2590734" y="2603955"/>
                </a:moveTo>
                <a:lnTo>
                  <a:pt x="2590734" y="2604060"/>
                </a:lnTo>
                <a:lnTo>
                  <a:pt x="2632399" y="2775189"/>
                </a:lnTo>
                <a:lnTo>
                  <a:pt x="2081554" y="2775189"/>
                </a:lnTo>
                <a:close/>
                <a:moveTo>
                  <a:pt x="1486709" y="0"/>
                </a:moveTo>
                <a:lnTo>
                  <a:pt x="1725514" y="533057"/>
                </a:lnTo>
                <a:cubicBezTo>
                  <a:pt x="1831893" y="863329"/>
                  <a:pt x="1907085" y="1362467"/>
                  <a:pt x="1694849" y="1636976"/>
                </a:cubicBezTo>
                <a:lnTo>
                  <a:pt x="1210874" y="2775189"/>
                </a:lnTo>
                <a:lnTo>
                  <a:pt x="0" y="2775189"/>
                </a:lnTo>
                <a:lnTo>
                  <a:pt x="7595" y="2736983"/>
                </a:lnTo>
                <a:cubicBezTo>
                  <a:pt x="185900" y="1853859"/>
                  <a:pt x="465542" y="630511"/>
                  <a:pt x="465542" y="630511"/>
                </a:cubicBez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37"/>
            </p:custDataLst>
          </p:nvPr>
        </p:nvSpPr>
        <p:spPr>
          <a:xfrm>
            <a:off x="8811261" y="4892793"/>
            <a:ext cx="462442" cy="1947378"/>
          </a:xfrm>
          <a:custGeom>
            <a:avLst/>
            <a:gdLst>
              <a:gd name="connsiteX0" fmla="*/ 478476 w 1650903"/>
              <a:gd name="connsiteY0" fmla="*/ 0 h 1997350"/>
              <a:gd name="connsiteX1" fmla="*/ 57678 w 1650903"/>
              <a:gd name="connsiteY1" fmla="*/ 1988743 h 1997350"/>
              <a:gd name="connsiteX2" fmla="*/ 1650903 w 1650903"/>
              <a:gd name="connsiteY2" fmla="*/ 1526936 h 1997350"/>
              <a:gd name="connsiteX0-1" fmla="*/ 478476 w 478476"/>
              <a:gd name="connsiteY0-2" fmla="*/ 0 h 1988743"/>
              <a:gd name="connsiteX1-3" fmla="*/ 57678 w 478476"/>
              <a:gd name="connsiteY1-4" fmla="*/ 1988743 h 1988743"/>
              <a:gd name="connsiteX0-5" fmla="*/ 394988 w 394988"/>
              <a:gd name="connsiteY0-6" fmla="*/ 0 h 1757906"/>
              <a:gd name="connsiteX1-7" fmla="*/ 64518 w 394988"/>
              <a:gd name="connsiteY1-8" fmla="*/ 1757906 h 1757906"/>
              <a:gd name="connsiteX0-9" fmla="*/ 336316 w 336316"/>
              <a:gd name="connsiteY0-10" fmla="*/ 0 h 1416183"/>
              <a:gd name="connsiteX1-11" fmla="*/ 70496 w 336316"/>
              <a:gd name="connsiteY1-12" fmla="*/ 1416183 h 14161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36316" h="1416183">
                <a:moveTo>
                  <a:pt x="336316" y="0"/>
                </a:moveTo>
                <a:cubicBezTo>
                  <a:pt x="336316" y="0"/>
                  <a:pt x="-185037" y="1333170"/>
                  <a:pt x="70496" y="1416183"/>
                </a:cubicBezTo>
              </a:path>
            </a:pathLst>
          </a:custGeom>
          <a:noFill/>
          <a:ln w="3298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38"/>
            </p:custDataLst>
          </p:nvPr>
        </p:nvSpPr>
        <p:spPr>
          <a:xfrm>
            <a:off x="8895981" y="2475661"/>
            <a:ext cx="861289" cy="770075"/>
          </a:xfrm>
          <a:custGeom>
            <a:avLst/>
            <a:gdLst>
              <a:gd name="connsiteX0" fmla="*/ 485635 w 626384"/>
              <a:gd name="connsiteY0" fmla="*/ 0 h 560019"/>
              <a:gd name="connsiteX1" fmla="*/ 433245 w 626384"/>
              <a:gd name="connsiteY1" fmla="*/ 5804 h 560019"/>
              <a:gd name="connsiteX2" fmla="*/ 199096 w 626384"/>
              <a:gd name="connsiteY2" fmla="*/ 117457 h 560019"/>
              <a:gd name="connsiteX3" fmla="*/ 145866 w 626384"/>
              <a:gd name="connsiteY3" fmla="*/ 63005 h 560019"/>
              <a:gd name="connsiteX4" fmla="*/ 111042 w 626384"/>
              <a:gd name="connsiteY4" fmla="*/ 63540 h 560019"/>
              <a:gd name="connsiteX5" fmla="*/ 0 w 626384"/>
              <a:gd name="connsiteY5" fmla="*/ 560019 h 560019"/>
              <a:gd name="connsiteX6" fmla="*/ 626385 w 626384"/>
              <a:gd name="connsiteY6" fmla="*/ 415069 h 560019"/>
              <a:gd name="connsiteX7" fmla="*/ 493272 w 626384"/>
              <a:gd name="connsiteY7" fmla="*/ 71024 h 560019"/>
              <a:gd name="connsiteX8" fmla="*/ 485635 w 626384"/>
              <a:gd name="connsiteY8" fmla="*/ 0 h 56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6384" h="560019">
                <a:moveTo>
                  <a:pt x="485635" y="0"/>
                </a:moveTo>
                <a:lnTo>
                  <a:pt x="433245" y="5804"/>
                </a:lnTo>
                <a:lnTo>
                  <a:pt x="199096" y="117457"/>
                </a:lnTo>
                <a:lnTo>
                  <a:pt x="145866" y="63005"/>
                </a:lnTo>
                <a:lnTo>
                  <a:pt x="111042" y="63540"/>
                </a:lnTo>
                <a:lnTo>
                  <a:pt x="0" y="560019"/>
                </a:lnTo>
                <a:lnTo>
                  <a:pt x="626385" y="415069"/>
                </a:lnTo>
                <a:lnTo>
                  <a:pt x="493272" y="71024"/>
                </a:lnTo>
                <a:lnTo>
                  <a:pt x="485635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9"/>
            </p:custDataLst>
          </p:nvPr>
        </p:nvSpPr>
        <p:spPr>
          <a:xfrm>
            <a:off x="8923808" y="2654607"/>
            <a:ext cx="298857" cy="523709"/>
          </a:xfrm>
          <a:custGeom>
            <a:avLst/>
            <a:gdLst>
              <a:gd name="connsiteX0" fmla="*/ 173894 w 217348"/>
              <a:gd name="connsiteY0" fmla="*/ 0 h 380855"/>
              <a:gd name="connsiteX1" fmla="*/ 217348 w 217348"/>
              <a:gd name="connsiteY1" fmla="*/ 101954 h 380855"/>
              <a:gd name="connsiteX2" fmla="*/ 146859 w 217348"/>
              <a:gd name="connsiteY2" fmla="*/ 204060 h 380855"/>
              <a:gd name="connsiteX3" fmla="*/ 110354 w 217348"/>
              <a:gd name="connsiteY3" fmla="*/ 380856 h 380855"/>
              <a:gd name="connsiteX4" fmla="*/ 0 w 217348"/>
              <a:gd name="connsiteY4" fmla="*/ 345726 h 380855"/>
              <a:gd name="connsiteX5" fmla="*/ 91033 w 217348"/>
              <a:gd name="connsiteY5" fmla="*/ 174123 h 380855"/>
              <a:gd name="connsiteX6" fmla="*/ 79043 w 217348"/>
              <a:gd name="connsiteY6" fmla="*/ 97371 h 380855"/>
              <a:gd name="connsiteX7" fmla="*/ 173894 w 217348"/>
              <a:gd name="connsiteY7" fmla="*/ 0 h 38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348" h="380855">
                <a:moveTo>
                  <a:pt x="173894" y="0"/>
                </a:moveTo>
                <a:lnTo>
                  <a:pt x="217348" y="101954"/>
                </a:lnTo>
                <a:lnTo>
                  <a:pt x="146859" y="204060"/>
                </a:lnTo>
                <a:lnTo>
                  <a:pt x="110354" y="380856"/>
                </a:lnTo>
                <a:lnTo>
                  <a:pt x="0" y="345726"/>
                </a:lnTo>
                <a:lnTo>
                  <a:pt x="91033" y="174123"/>
                </a:lnTo>
                <a:lnTo>
                  <a:pt x="79043" y="97371"/>
                </a:lnTo>
                <a:lnTo>
                  <a:pt x="173894" y="0"/>
                </a:ln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0"/>
            </p:custDataLst>
          </p:nvPr>
        </p:nvSpPr>
        <p:spPr>
          <a:xfrm>
            <a:off x="8490014" y="2631397"/>
            <a:ext cx="1599508" cy="2260490"/>
          </a:xfrm>
          <a:custGeom>
            <a:avLst/>
            <a:gdLst>
              <a:gd name="connsiteX0" fmla="*/ 383223 w 1163263"/>
              <a:gd name="connsiteY0" fmla="*/ 27035 h 1643887"/>
              <a:gd name="connsiteX1" fmla="*/ 232164 w 1163263"/>
              <a:gd name="connsiteY1" fmla="*/ 397352 h 1643887"/>
              <a:gd name="connsiteX2" fmla="*/ 224222 w 1163263"/>
              <a:gd name="connsiteY2" fmla="*/ 723450 h 1643887"/>
              <a:gd name="connsiteX3" fmla="*/ 93171 w 1163263"/>
              <a:gd name="connsiteY3" fmla="*/ 1312490 h 1643887"/>
              <a:gd name="connsiteX4" fmla="*/ 0 w 1163263"/>
              <a:gd name="connsiteY4" fmla="*/ 1505552 h 1643887"/>
              <a:gd name="connsiteX5" fmla="*/ 663653 w 1163263"/>
              <a:gd name="connsiteY5" fmla="*/ 1640192 h 1643887"/>
              <a:gd name="connsiteX6" fmla="*/ 1163264 w 1163263"/>
              <a:gd name="connsiteY6" fmla="*/ 1318905 h 1643887"/>
              <a:gd name="connsiteX7" fmla="*/ 1095295 w 1163263"/>
              <a:gd name="connsiteY7" fmla="*/ 181531 h 1643887"/>
              <a:gd name="connsiteX8" fmla="*/ 762246 w 1163263"/>
              <a:gd name="connsiteY8" fmla="*/ 0 h 1643887"/>
              <a:gd name="connsiteX9" fmla="*/ 378336 w 1163263"/>
              <a:gd name="connsiteY9" fmla="*/ 363978 h 1643887"/>
              <a:gd name="connsiteX10" fmla="*/ 393991 w 1163263"/>
              <a:gd name="connsiteY10" fmla="*/ 5193 h 1643887"/>
              <a:gd name="connsiteX11" fmla="*/ 383223 w 1163263"/>
              <a:gd name="connsiteY11" fmla="*/ 27111 h 1643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3263" h="1643887">
                <a:moveTo>
                  <a:pt x="383223" y="27035"/>
                </a:moveTo>
                <a:cubicBezTo>
                  <a:pt x="328466" y="86374"/>
                  <a:pt x="258206" y="226589"/>
                  <a:pt x="232164" y="397352"/>
                </a:cubicBezTo>
                <a:cubicBezTo>
                  <a:pt x="214522" y="512975"/>
                  <a:pt x="227124" y="578195"/>
                  <a:pt x="224222" y="723450"/>
                </a:cubicBezTo>
                <a:cubicBezTo>
                  <a:pt x="222541" y="806999"/>
                  <a:pt x="148692" y="1091629"/>
                  <a:pt x="93171" y="1312490"/>
                </a:cubicBezTo>
                <a:cubicBezTo>
                  <a:pt x="74231" y="1388020"/>
                  <a:pt x="10997" y="1455530"/>
                  <a:pt x="0" y="1505552"/>
                </a:cubicBezTo>
                <a:cubicBezTo>
                  <a:pt x="106688" y="1543432"/>
                  <a:pt x="520994" y="1614837"/>
                  <a:pt x="663653" y="1640192"/>
                </a:cubicBezTo>
                <a:cubicBezTo>
                  <a:pt x="906585" y="1683418"/>
                  <a:pt x="998458" y="1333415"/>
                  <a:pt x="1163264" y="1318905"/>
                </a:cubicBezTo>
                <a:cubicBezTo>
                  <a:pt x="1163264" y="1318905"/>
                  <a:pt x="1121489" y="269432"/>
                  <a:pt x="1095295" y="181531"/>
                </a:cubicBezTo>
                <a:cubicBezTo>
                  <a:pt x="1069100" y="93706"/>
                  <a:pt x="762246" y="0"/>
                  <a:pt x="762246" y="0"/>
                </a:cubicBezTo>
                <a:lnTo>
                  <a:pt x="378336" y="363978"/>
                </a:lnTo>
                <a:lnTo>
                  <a:pt x="393991" y="5193"/>
                </a:lnTo>
                <a:lnTo>
                  <a:pt x="383223" y="2711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41"/>
            </p:custDataLst>
          </p:nvPr>
        </p:nvSpPr>
        <p:spPr>
          <a:xfrm>
            <a:off x="9310661" y="2591807"/>
            <a:ext cx="1654019" cy="3018196"/>
          </a:xfrm>
          <a:custGeom>
            <a:avLst/>
            <a:gdLst>
              <a:gd name="connsiteX0" fmla="*/ 118375 w 1202908"/>
              <a:gd name="connsiteY0" fmla="*/ 2158514 h 2194910"/>
              <a:gd name="connsiteX1" fmla="*/ 889327 w 1202908"/>
              <a:gd name="connsiteY1" fmla="*/ 2072827 h 2194910"/>
              <a:gd name="connsiteX2" fmla="*/ 1201374 w 1202908"/>
              <a:gd name="connsiteY2" fmla="*/ 1687389 h 2194910"/>
              <a:gd name="connsiteX3" fmla="*/ 1019385 w 1202908"/>
              <a:gd name="connsiteY3" fmla="*/ 1430099 h 2194910"/>
              <a:gd name="connsiteX4" fmla="*/ 976617 w 1202908"/>
              <a:gd name="connsiteY4" fmla="*/ 1053215 h 2194910"/>
              <a:gd name="connsiteX5" fmla="*/ 797607 w 1202908"/>
              <a:gd name="connsiteY5" fmla="*/ 775687 h 2194910"/>
              <a:gd name="connsiteX6" fmla="*/ 731394 w 1202908"/>
              <a:gd name="connsiteY6" fmla="*/ 414611 h 2194910"/>
              <a:gd name="connsiteX7" fmla="*/ 483880 w 1202908"/>
              <a:gd name="connsiteY7" fmla="*/ 35206 h 2194910"/>
              <a:gd name="connsiteX8" fmla="*/ 175499 w 1202908"/>
              <a:gd name="connsiteY8" fmla="*/ 0 h 2194910"/>
              <a:gd name="connsiteX9" fmla="*/ 167022 w 1202908"/>
              <a:gd name="connsiteY9" fmla="*/ 10234 h 2194910"/>
              <a:gd name="connsiteX10" fmla="*/ 2675 w 1202908"/>
              <a:gd name="connsiteY10" fmla="*/ 899941 h 2194910"/>
              <a:gd name="connsiteX11" fmla="*/ 118451 w 1202908"/>
              <a:gd name="connsiteY11" fmla="*/ 2158437 h 219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2908" h="2194910">
                <a:moveTo>
                  <a:pt x="118375" y="2158514"/>
                </a:moveTo>
                <a:cubicBezTo>
                  <a:pt x="252785" y="2191123"/>
                  <a:pt x="585376" y="2250692"/>
                  <a:pt x="889327" y="2072827"/>
                </a:cubicBezTo>
                <a:cubicBezTo>
                  <a:pt x="930185" y="2048923"/>
                  <a:pt x="1226728" y="1870829"/>
                  <a:pt x="1201374" y="1687389"/>
                </a:cubicBezTo>
                <a:cubicBezTo>
                  <a:pt x="1186940" y="1582992"/>
                  <a:pt x="1082924" y="1582992"/>
                  <a:pt x="1019385" y="1430099"/>
                </a:cubicBezTo>
                <a:cubicBezTo>
                  <a:pt x="955769" y="1276902"/>
                  <a:pt x="1037332" y="1222068"/>
                  <a:pt x="976617" y="1053215"/>
                </a:cubicBezTo>
                <a:cubicBezTo>
                  <a:pt x="928276" y="918728"/>
                  <a:pt x="865729" y="923539"/>
                  <a:pt x="797607" y="775687"/>
                </a:cubicBezTo>
                <a:cubicBezTo>
                  <a:pt x="738039" y="646393"/>
                  <a:pt x="747356" y="559255"/>
                  <a:pt x="731394" y="414611"/>
                </a:cubicBezTo>
                <a:cubicBezTo>
                  <a:pt x="716655" y="281575"/>
                  <a:pt x="583390" y="260803"/>
                  <a:pt x="483880" y="35206"/>
                </a:cubicBezTo>
                <a:cubicBezTo>
                  <a:pt x="334119" y="17183"/>
                  <a:pt x="175499" y="0"/>
                  <a:pt x="175499" y="0"/>
                </a:cubicBezTo>
                <a:lnTo>
                  <a:pt x="167022" y="10234"/>
                </a:lnTo>
                <a:cubicBezTo>
                  <a:pt x="149915" y="282797"/>
                  <a:pt x="-23444" y="560172"/>
                  <a:pt x="2675" y="899941"/>
                </a:cubicBezTo>
                <a:cubicBezTo>
                  <a:pt x="39256" y="1375189"/>
                  <a:pt x="-48340" y="1760398"/>
                  <a:pt x="118451" y="2158437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42"/>
            </p:custDataLst>
          </p:nvPr>
        </p:nvSpPr>
        <p:spPr>
          <a:xfrm>
            <a:off x="9241191" y="2591807"/>
            <a:ext cx="449713" cy="1928390"/>
          </a:xfrm>
          <a:custGeom>
            <a:avLst/>
            <a:gdLst>
              <a:gd name="connsiteX0" fmla="*/ 225947 w 327060"/>
              <a:gd name="connsiteY0" fmla="*/ 0 h 1402376"/>
              <a:gd name="connsiteX1" fmla="*/ 327061 w 327060"/>
              <a:gd name="connsiteY1" fmla="*/ 385362 h 1402376"/>
              <a:gd name="connsiteX2" fmla="*/ 77332 w 327060"/>
              <a:gd name="connsiteY2" fmla="*/ 694277 h 1402376"/>
              <a:gd name="connsiteX3" fmla="*/ 178140 w 327060"/>
              <a:gd name="connsiteY3" fmla="*/ 891005 h 1402376"/>
              <a:gd name="connsiteX4" fmla="*/ 45715 w 327060"/>
              <a:gd name="connsiteY4" fmla="*/ 1402377 h 1402376"/>
              <a:gd name="connsiteX5" fmla="*/ 225947 w 327060"/>
              <a:gd name="connsiteY5" fmla="*/ 76 h 140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060" h="1402376">
                <a:moveTo>
                  <a:pt x="225947" y="0"/>
                </a:moveTo>
                <a:lnTo>
                  <a:pt x="327061" y="385362"/>
                </a:lnTo>
                <a:lnTo>
                  <a:pt x="77332" y="694277"/>
                </a:lnTo>
                <a:lnTo>
                  <a:pt x="178140" y="891005"/>
                </a:lnTo>
                <a:lnTo>
                  <a:pt x="45715" y="1402377"/>
                </a:lnTo>
                <a:cubicBezTo>
                  <a:pt x="-41805" y="1383055"/>
                  <a:pt x="-14999" y="332361"/>
                  <a:pt x="225947" y="76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43"/>
            </p:custDataLst>
          </p:nvPr>
        </p:nvSpPr>
        <p:spPr>
          <a:xfrm>
            <a:off x="8616445" y="2638435"/>
            <a:ext cx="415311" cy="1787461"/>
          </a:xfrm>
          <a:custGeom>
            <a:avLst/>
            <a:gdLst>
              <a:gd name="connsiteX0" fmla="*/ 302042 w 302041"/>
              <a:gd name="connsiteY0" fmla="*/ 0 h 1299888"/>
              <a:gd name="connsiteX1" fmla="*/ 149608 w 302041"/>
              <a:gd name="connsiteY1" fmla="*/ 485788 h 1299888"/>
              <a:gd name="connsiteX2" fmla="*/ 123184 w 302041"/>
              <a:gd name="connsiteY2" fmla="*/ 812039 h 1299888"/>
              <a:gd name="connsiteX3" fmla="*/ 3131 w 302041"/>
              <a:gd name="connsiteY3" fmla="*/ 1299889 h 1299888"/>
              <a:gd name="connsiteX4" fmla="*/ 3131 w 302041"/>
              <a:gd name="connsiteY4" fmla="*/ 893373 h 1299888"/>
              <a:gd name="connsiteX5" fmla="*/ 94469 w 302041"/>
              <a:gd name="connsiteY5" fmla="*/ 649219 h 1299888"/>
              <a:gd name="connsiteX6" fmla="*/ 3131 w 302041"/>
              <a:gd name="connsiteY6" fmla="*/ 317087 h 1299888"/>
              <a:gd name="connsiteX7" fmla="*/ 302042 w 302041"/>
              <a:gd name="connsiteY7" fmla="*/ 0 h 129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2041" h="1299888">
                <a:moveTo>
                  <a:pt x="302042" y="0"/>
                </a:moveTo>
                <a:cubicBezTo>
                  <a:pt x="240946" y="121351"/>
                  <a:pt x="179316" y="287074"/>
                  <a:pt x="149608" y="485788"/>
                </a:cubicBezTo>
                <a:cubicBezTo>
                  <a:pt x="132119" y="602863"/>
                  <a:pt x="136854" y="663729"/>
                  <a:pt x="123184" y="812039"/>
                </a:cubicBezTo>
                <a:cubicBezTo>
                  <a:pt x="110888" y="945457"/>
                  <a:pt x="54146" y="1098349"/>
                  <a:pt x="3131" y="1299889"/>
                </a:cubicBezTo>
                <a:cubicBezTo>
                  <a:pt x="-7714" y="1157765"/>
                  <a:pt x="13975" y="1035497"/>
                  <a:pt x="3131" y="893373"/>
                </a:cubicBezTo>
                <a:lnTo>
                  <a:pt x="94469" y="649219"/>
                </a:lnTo>
                <a:lnTo>
                  <a:pt x="3131" y="317087"/>
                </a:lnTo>
                <a:lnTo>
                  <a:pt x="302042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44"/>
            </p:custDataLst>
          </p:nvPr>
        </p:nvSpPr>
        <p:spPr>
          <a:xfrm>
            <a:off x="8476083" y="3580735"/>
            <a:ext cx="469779" cy="1381368"/>
          </a:xfrm>
          <a:custGeom>
            <a:avLst/>
            <a:gdLst>
              <a:gd name="connsiteX0" fmla="*/ 2571 w 341652"/>
              <a:gd name="connsiteY0" fmla="*/ 924608 h 1004567"/>
              <a:gd name="connsiteX1" fmla="*/ 42513 w 341652"/>
              <a:gd name="connsiteY1" fmla="*/ 969819 h 1004567"/>
              <a:gd name="connsiteX2" fmla="*/ 85279 w 341652"/>
              <a:gd name="connsiteY2" fmla="*/ 1004567 h 1004567"/>
              <a:gd name="connsiteX3" fmla="*/ 341653 w 341652"/>
              <a:gd name="connsiteY3" fmla="*/ 92866 h 1004567"/>
              <a:gd name="connsiteX4" fmla="*/ 284834 w 341652"/>
              <a:gd name="connsiteY4" fmla="*/ 68580 h 1004567"/>
              <a:gd name="connsiteX5" fmla="*/ 255584 w 341652"/>
              <a:gd name="connsiteY5" fmla="*/ 34672 h 1004567"/>
              <a:gd name="connsiteX6" fmla="*/ 260624 w 341652"/>
              <a:gd name="connsiteY6" fmla="*/ 0 h 1004567"/>
              <a:gd name="connsiteX7" fmla="*/ 242448 w 341652"/>
              <a:gd name="connsiteY7" fmla="*/ 37039 h 1004567"/>
              <a:gd name="connsiteX8" fmla="*/ 3946 w 341652"/>
              <a:gd name="connsiteY8" fmla="*/ 885201 h 1004567"/>
              <a:gd name="connsiteX9" fmla="*/ 2495 w 341652"/>
              <a:gd name="connsiteY9" fmla="*/ 924608 h 1004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1652" h="1004567">
                <a:moveTo>
                  <a:pt x="2571" y="924608"/>
                </a:moveTo>
                <a:cubicBezTo>
                  <a:pt x="5855" y="935223"/>
                  <a:pt x="12117" y="943701"/>
                  <a:pt x="42513" y="969819"/>
                </a:cubicBezTo>
                <a:cubicBezTo>
                  <a:pt x="53281" y="979060"/>
                  <a:pt x="67715" y="991050"/>
                  <a:pt x="85279" y="1004567"/>
                </a:cubicBezTo>
                <a:cubicBezTo>
                  <a:pt x="170203" y="702601"/>
                  <a:pt x="256730" y="394832"/>
                  <a:pt x="341653" y="92866"/>
                </a:cubicBezTo>
                <a:cubicBezTo>
                  <a:pt x="314771" y="86985"/>
                  <a:pt x="295907" y="76217"/>
                  <a:pt x="284834" y="68580"/>
                </a:cubicBezTo>
                <a:cubicBezTo>
                  <a:pt x="271698" y="59568"/>
                  <a:pt x="259021" y="50557"/>
                  <a:pt x="255584" y="34672"/>
                </a:cubicBezTo>
                <a:cubicBezTo>
                  <a:pt x="253675" y="25966"/>
                  <a:pt x="259021" y="5040"/>
                  <a:pt x="260624" y="0"/>
                </a:cubicBezTo>
                <a:cubicBezTo>
                  <a:pt x="250085" y="10692"/>
                  <a:pt x="245121" y="27569"/>
                  <a:pt x="242448" y="37039"/>
                </a:cubicBezTo>
                <a:lnTo>
                  <a:pt x="3946" y="885201"/>
                </a:lnTo>
                <a:cubicBezTo>
                  <a:pt x="891" y="894289"/>
                  <a:pt x="-2393" y="908952"/>
                  <a:pt x="2495" y="92460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45"/>
            </p:custDataLst>
          </p:nvPr>
        </p:nvSpPr>
        <p:spPr>
          <a:xfrm>
            <a:off x="8816780" y="3571933"/>
            <a:ext cx="1016517" cy="396622"/>
          </a:xfrm>
          <a:custGeom>
            <a:avLst/>
            <a:gdLst>
              <a:gd name="connsiteX0" fmla="*/ 76692 w 739275"/>
              <a:gd name="connsiteY0" fmla="*/ 9074 h 288434"/>
              <a:gd name="connsiteX1" fmla="*/ 705750 w 739275"/>
              <a:gd name="connsiteY1" fmla="*/ 185946 h 288434"/>
              <a:gd name="connsiteX2" fmla="*/ 709263 w 739275"/>
              <a:gd name="connsiteY2" fmla="*/ 192132 h 288434"/>
              <a:gd name="connsiteX3" fmla="*/ 705444 w 739275"/>
              <a:gd name="connsiteY3" fmla="*/ 205726 h 288434"/>
              <a:gd name="connsiteX4" fmla="*/ 691698 w 739275"/>
              <a:gd name="connsiteY4" fmla="*/ 254602 h 288434"/>
              <a:gd name="connsiteX5" fmla="*/ 722016 w 739275"/>
              <a:gd name="connsiteY5" fmla="*/ 263156 h 288434"/>
              <a:gd name="connsiteX6" fmla="*/ 739276 w 739275"/>
              <a:gd name="connsiteY6" fmla="*/ 288434 h 288434"/>
              <a:gd name="connsiteX7" fmla="*/ 92501 w 739275"/>
              <a:gd name="connsiteY7" fmla="*/ 104078 h 288434"/>
              <a:gd name="connsiteX8" fmla="*/ 628 w 739275"/>
              <a:gd name="connsiteY8" fmla="*/ 29083 h 288434"/>
              <a:gd name="connsiteX9" fmla="*/ 11931 w 739275"/>
              <a:gd name="connsiteY9" fmla="*/ 7317 h 288434"/>
              <a:gd name="connsiteX10" fmla="*/ 76616 w 739275"/>
              <a:gd name="connsiteY10" fmla="*/ 9150 h 28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9275" h="288434">
                <a:moveTo>
                  <a:pt x="76692" y="9074"/>
                </a:moveTo>
                <a:lnTo>
                  <a:pt x="705750" y="185946"/>
                </a:lnTo>
                <a:cubicBezTo>
                  <a:pt x="708423" y="186710"/>
                  <a:pt x="709950" y="189459"/>
                  <a:pt x="709263" y="192132"/>
                </a:cubicBezTo>
                <a:lnTo>
                  <a:pt x="705444" y="205726"/>
                </a:lnTo>
                <a:lnTo>
                  <a:pt x="691698" y="254602"/>
                </a:lnTo>
                <a:lnTo>
                  <a:pt x="722016" y="263156"/>
                </a:lnTo>
                <a:lnTo>
                  <a:pt x="739276" y="288434"/>
                </a:lnTo>
                <a:cubicBezTo>
                  <a:pt x="515589" y="225506"/>
                  <a:pt x="316264" y="166930"/>
                  <a:pt x="92501" y="104078"/>
                </a:cubicBezTo>
                <a:cubicBezTo>
                  <a:pt x="14757" y="82236"/>
                  <a:pt x="-3878" y="51688"/>
                  <a:pt x="628" y="29083"/>
                </a:cubicBezTo>
                <a:cubicBezTo>
                  <a:pt x="3225" y="16100"/>
                  <a:pt x="11243" y="7928"/>
                  <a:pt x="11931" y="7317"/>
                </a:cubicBezTo>
                <a:cubicBezTo>
                  <a:pt x="25601" y="-5818"/>
                  <a:pt x="48436" y="1208"/>
                  <a:pt x="76616" y="915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46"/>
            </p:custDataLst>
          </p:nvPr>
        </p:nvSpPr>
        <p:spPr>
          <a:xfrm>
            <a:off x="8854555" y="3599935"/>
            <a:ext cx="913425" cy="322097"/>
          </a:xfrm>
          <a:custGeom>
            <a:avLst/>
            <a:gdLst>
              <a:gd name="connsiteX0" fmla="*/ 26537 w 664300"/>
              <a:gd name="connsiteY0" fmla="*/ 241 h 234237"/>
              <a:gd name="connsiteX1" fmla="*/ 635204 w 664300"/>
              <a:gd name="connsiteY1" fmla="*/ 171386 h 234237"/>
              <a:gd name="connsiteX2" fmla="*/ 641237 w 664300"/>
              <a:gd name="connsiteY2" fmla="*/ 201933 h 234237"/>
              <a:gd name="connsiteX3" fmla="*/ 664301 w 664300"/>
              <a:gd name="connsiteY3" fmla="*/ 234238 h 234237"/>
              <a:gd name="connsiteX4" fmla="*/ 54412 w 664300"/>
              <a:gd name="connsiteY4" fmla="*/ 62788 h 234237"/>
              <a:gd name="connsiteX5" fmla="*/ 113 w 664300"/>
              <a:gd name="connsiteY5" fmla="*/ 23076 h 234237"/>
              <a:gd name="connsiteX6" fmla="*/ 4543 w 664300"/>
              <a:gd name="connsiteY6" fmla="*/ 6885 h 234237"/>
              <a:gd name="connsiteX7" fmla="*/ 26537 w 664300"/>
              <a:gd name="connsiteY7" fmla="*/ 317 h 23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300" h="234237">
                <a:moveTo>
                  <a:pt x="26537" y="241"/>
                </a:moveTo>
                <a:lnTo>
                  <a:pt x="635204" y="171386"/>
                </a:lnTo>
                <a:cubicBezTo>
                  <a:pt x="635204" y="178564"/>
                  <a:pt x="636273" y="189562"/>
                  <a:pt x="641237" y="201933"/>
                </a:cubicBezTo>
                <a:cubicBezTo>
                  <a:pt x="647881" y="218582"/>
                  <a:pt x="658344" y="229045"/>
                  <a:pt x="664301" y="234238"/>
                </a:cubicBezTo>
                <a:cubicBezTo>
                  <a:pt x="344694" y="147635"/>
                  <a:pt x="106955" y="76840"/>
                  <a:pt x="54412" y="62788"/>
                </a:cubicBezTo>
                <a:cubicBezTo>
                  <a:pt x="23559" y="54540"/>
                  <a:pt x="1412" y="39342"/>
                  <a:pt x="113" y="23076"/>
                </a:cubicBezTo>
                <a:cubicBezTo>
                  <a:pt x="-39" y="20937"/>
                  <a:pt x="-727" y="12995"/>
                  <a:pt x="4543" y="6885"/>
                </a:cubicBezTo>
                <a:cubicBezTo>
                  <a:pt x="11951" y="-1745"/>
                  <a:pt x="25163" y="88"/>
                  <a:pt x="26537" y="317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47"/>
            </p:custDataLst>
          </p:nvPr>
        </p:nvSpPr>
        <p:spPr>
          <a:xfrm>
            <a:off x="8593342" y="3714943"/>
            <a:ext cx="1240717" cy="1488469"/>
          </a:xfrm>
          <a:custGeom>
            <a:avLst/>
            <a:gdLst>
              <a:gd name="connsiteX0" fmla="*/ 902079 w 902328"/>
              <a:gd name="connsiteY0" fmla="*/ 188786 h 1082453"/>
              <a:gd name="connsiteX1" fmla="*/ 657009 w 902328"/>
              <a:gd name="connsiteY1" fmla="*/ 1060470 h 1082453"/>
              <a:gd name="connsiteX2" fmla="*/ 619893 w 902328"/>
              <a:gd name="connsiteY2" fmla="*/ 1081319 h 1082453"/>
              <a:gd name="connsiteX3" fmla="*/ 0 w 902328"/>
              <a:gd name="connsiteY3" fmla="*/ 907043 h 1082453"/>
              <a:gd name="connsiteX4" fmla="*/ 254999 w 902328"/>
              <a:gd name="connsiteY4" fmla="*/ 0 h 1082453"/>
              <a:gd name="connsiteX5" fmla="*/ 897497 w 902328"/>
              <a:gd name="connsiteY5" fmla="*/ 180614 h 1082453"/>
              <a:gd name="connsiteX6" fmla="*/ 902079 w 902328"/>
              <a:gd name="connsiteY6" fmla="*/ 188786 h 108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2328" h="1082453">
                <a:moveTo>
                  <a:pt x="902079" y="188786"/>
                </a:moveTo>
                <a:lnTo>
                  <a:pt x="657009" y="1060470"/>
                </a:lnTo>
                <a:cubicBezTo>
                  <a:pt x="652503" y="1076507"/>
                  <a:pt x="635854" y="1085825"/>
                  <a:pt x="619893" y="1081319"/>
                </a:cubicBezTo>
                <a:lnTo>
                  <a:pt x="0" y="907043"/>
                </a:lnTo>
                <a:lnTo>
                  <a:pt x="254999" y="0"/>
                </a:lnTo>
                <a:lnTo>
                  <a:pt x="897497" y="180614"/>
                </a:lnTo>
                <a:cubicBezTo>
                  <a:pt x="901010" y="181607"/>
                  <a:pt x="903072" y="185273"/>
                  <a:pt x="902079" y="188786"/>
                </a:cubicBezTo>
                <a:close/>
              </a:path>
            </a:pathLst>
          </a:custGeom>
          <a:solidFill>
            <a:schemeClr val="accent1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8"/>
            </p:custDataLst>
          </p:nvPr>
        </p:nvSpPr>
        <p:spPr>
          <a:xfrm>
            <a:off x="8931789" y="3633452"/>
            <a:ext cx="711124" cy="199948"/>
          </a:xfrm>
          <a:custGeom>
            <a:avLst/>
            <a:gdLst>
              <a:gd name="connsiteX0" fmla="*/ 0 w 517175"/>
              <a:gd name="connsiteY0" fmla="*/ 0 h 145407"/>
              <a:gd name="connsiteX1" fmla="*/ 517176 w 517175"/>
              <a:gd name="connsiteY1" fmla="*/ 145408 h 14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175" h="145407">
                <a:moveTo>
                  <a:pt x="0" y="0"/>
                </a:moveTo>
                <a:lnTo>
                  <a:pt x="517176" y="145408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9"/>
            </p:custDataLst>
          </p:nvPr>
        </p:nvSpPr>
        <p:spPr>
          <a:xfrm>
            <a:off x="8988600" y="3666951"/>
            <a:ext cx="712175" cy="200263"/>
          </a:xfrm>
          <a:custGeom>
            <a:avLst/>
            <a:gdLst>
              <a:gd name="connsiteX0" fmla="*/ 0 w 517939"/>
              <a:gd name="connsiteY0" fmla="*/ 0 h 145637"/>
              <a:gd name="connsiteX1" fmla="*/ 517939 w 517939"/>
              <a:gd name="connsiteY1" fmla="*/ 145637 h 14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939" h="145637">
                <a:moveTo>
                  <a:pt x="0" y="0"/>
                </a:moveTo>
                <a:lnTo>
                  <a:pt x="517939" y="145637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50"/>
            </p:custDataLst>
          </p:nvPr>
        </p:nvSpPr>
        <p:spPr>
          <a:xfrm>
            <a:off x="8932734" y="3672202"/>
            <a:ext cx="695689" cy="195642"/>
          </a:xfrm>
          <a:custGeom>
            <a:avLst/>
            <a:gdLst>
              <a:gd name="connsiteX0" fmla="*/ 505949 w 505949"/>
              <a:gd name="connsiteY0" fmla="*/ 142277 h 142276"/>
              <a:gd name="connsiteX1" fmla="*/ 0 w 505949"/>
              <a:gd name="connsiteY1" fmla="*/ 0 h 14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949" h="142276">
                <a:moveTo>
                  <a:pt x="505949" y="142277"/>
                </a:moveTo>
                <a:lnTo>
                  <a:pt x="0" y="0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51"/>
            </p:custDataLst>
          </p:nvPr>
        </p:nvSpPr>
        <p:spPr>
          <a:xfrm>
            <a:off x="9007080" y="3576865"/>
            <a:ext cx="141883" cy="151204"/>
          </a:xfrm>
          <a:custGeom>
            <a:avLst/>
            <a:gdLst>
              <a:gd name="connsiteX0" fmla="*/ 92942 w 103186"/>
              <a:gd name="connsiteY0" fmla="*/ 25036 h 109959"/>
              <a:gd name="connsiteX1" fmla="*/ 53917 w 103186"/>
              <a:gd name="connsiteY1" fmla="*/ 41227 h 109959"/>
              <a:gd name="connsiteX2" fmla="*/ 14205 w 103186"/>
              <a:gd name="connsiteY2" fmla="*/ 2355 h 109959"/>
              <a:gd name="connsiteX3" fmla="*/ 3589 w 103186"/>
              <a:gd name="connsiteY3" fmla="*/ 5562 h 109959"/>
              <a:gd name="connsiteX4" fmla="*/ 0 w 103186"/>
              <a:gd name="connsiteY4" fmla="*/ 82008 h 109959"/>
              <a:gd name="connsiteX5" fmla="*/ 99586 w 103186"/>
              <a:gd name="connsiteY5" fmla="*/ 109960 h 109959"/>
              <a:gd name="connsiteX6" fmla="*/ 103175 w 103186"/>
              <a:gd name="connsiteY6" fmla="*/ 33972 h 109959"/>
              <a:gd name="connsiteX7" fmla="*/ 93018 w 103186"/>
              <a:gd name="connsiteY7" fmla="*/ 25036 h 10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186" h="109959">
                <a:moveTo>
                  <a:pt x="92942" y="25036"/>
                </a:moveTo>
                <a:lnTo>
                  <a:pt x="53917" y="41227"/>
                </a:lnTo>
                <a:lnTo>
                  <a:pt x="14205" y="2355"/>
                </a:lnTo>
                <a:cubicBezTo>
                  <a:pt x="9852" y="-1922"/>
                  <a:pt x="3895" y="-89"/>
                  <a:pt x="3589" y="5562"/>
                </a:cubicBezTo>
                <a:lnTo>
                  <a:pt x="0" y="82008"/>
                </a:lnTo>
                <a:lnTo>
                  <a:pt x="99586" y="109960"/>
                </a:lnTo>
                <a:lnTo>
                  <a:pt x="103175" y="33972"/>
                </a:lnTo>
                <a:cubicBezTo>
                  <a:pt x="103481" y="28244"/>
                  <a:pt x="97600" y="23127"/>
                  <a:pt x="93018" y="25036"/>
                </a:cubicBezTo>
                <a:close/>
              </a:path>
            </a:pathLst>
          </a:custGeom>
          <a:solidFill>
            <a:schemeClr val="accent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52"/>
            </p:custDataLst>
          </p:nvPr>
        </p:nvSpPr>
        <p:spPr>
          <a:xfrm>
            <a:off x="8511522" y="4205425"/>
            <a:ext cx="590061" cy="479351"/>
          </a:xfrm>
          <a:custGeom>
            <a:avLst/>
            <a:gdLst>
              <a:gd name="connsiteX0" fmla="*/ 222090 w 223172"/>
              <a:gd name="connsiteY0" fmla="*/ 66913 h 72194"/>
              <a:gd name="connsiteX1" fmla="*/ 140298 w 223172"/>
              <a:gd name="connsiteY1" fmla="*/ 71801 h 72194"/>
              <a:gd name="connsiteX2" fmla="*/ 66372 w 223172"/>
              <a:gd name="connsiteY2" fmla="*/ 57902 h 72194"/>
              <a:gd name="connsiteX3" fmla="*/ 11004 w 223172"/>
              <a:gd name="connsiteY3" fmla="*/ 33387 h 72194"/>
              <a:gd name="connsiteX4" fmla="*/ 37963 w 223172"/>
              <a:gd name="connsiteY4" fmla="*/ 2839 h 72194"/>
              <a:gd name="connsiteX5" fmla="*/ 81570 w 223172"/>
              <a:gd name="connsiteY5" fmla="*/ 15211 h 72194"/>
              <a:gd name="connsiteX6" fmla="*/ 141062 w 223172"/>
              <a:gd name="connsiteY6" fmla="*/ 19793 h 72194"/>
              <a:gd name="connsiteX7" fmla="*/ 212315 w 223172"/>
              <a:gd name="connsiteY7" fmla="*/ 7727 h 72194"/>
              <a:gd name="connsiteX8" fmla="*/ 222090 w 223172"/>
              <a:gd name="connsiteY8" fmla="*/ 66913 h 7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" h="755">
                <a:moveTo>
                  <a:pt x="522" y="0"/>
                </a:moveTo>
                <a:cubicBezTo>
                  <a:pt x="554" y="1"/>
                  <a:pt x="617" y="77"/>
                  <a:pt x="680" y="135"/>
                </a:cubicBezTo>
                <a:cubicBezTo>
                  <a:pt x="789" y="234"/>
                  <a:pt x="870" y="311"/>
                  <a:pt x="908" y="419"/>
                </a:cubicBezTo>
                <a:lnTo>
                  <a:pt x="910" y="422"/>
                </a:lnTo>
                <a:lnTo>
                  <a:pt x="914" y="431"/>
                </a:lnTo>
                <a:cubicBezTo>
                  <a:pt x="919" y="445"/>
                  <a:pt x="922" y="460"/>
                  <a:pt x="924" y="475"/>
                </a:cubicBezTo>
                <a:lnTo>
                  <a:pt x="925" y="478"/>
                </a:lnTo>
                <a:lnTo>
                  <a:pt x="926" y="485"/>
                </a:lnTo>
                <a:cubicBezTo>
                  <a:pt x="927" y="490"/>
                  <a:pt x="928" y="495"/>
                  <a:pt x="928" y="500"/>
                </a:cubicBezTo>
                <a:cubicBezTo>
                  <a:pt x="930" y="508"/>
                  <a:pt x="930" y="515"/>
                  <a:pt x="928" y="520"/>
                </a:cubicBezTo>
                <a:lnTo>
                  <a:pt x="927" y="523"/>
                </a:lnTo>
                <a:lnTo>
                  <a:pt x="926" y="539"/>
                </a:lnTo>
                <a:cubicBezTo>
                  <a:pt x="922" y="626"/>
                  <a:pt x="888" y="713"/>
                  <a:pt x="866" y="726"/>
                </a:cubicBezTo>
                <a:lnTo>
                  <a:pt x="866" y="726"/>
                </a:lnTo>
                <a:cubicBezTo>
                  <a:pt x="769" y="783"/>
                  <a:pt x="624" y="739"/>
                  <a:pt x="500" y="737"/>
                </a:cubicBezTo>
                <a:cubicBezTo>
                  <a:pt x="488" y="737"/>
                  <a:pt x="477" y="737"/>
                  <a:pt x="468" y="736"/>
                </a:cubicBezTo>
                <a:lnTo>
                  <a:pt x="467" y="736"/>
                </a:lnTo>
                <a:lnTo>
                  <a:pt x="457" y="736"/>
                </a:lnTo>
                <a:cubicBezTo>
                  <a:pt x="428" y="738"/>
                  <a:pt x="402" y="738"/>
                  <a:pt x="387" y="736"/>
                </a:cubicBezTo>
                <a:cubicBezTo>
                  <a:pt x="326" y="731"/>
                  <a:pt x="265" y="717"/>
                  <a:pt x="227" y="706"/>
                </a:cubicBezTo>
                <a:cubicBezTo>
                  <a:pt x="186" y="695"/>
                  <a:pt x="132" y="669"/>
                  <a:pt x="107" y="653"/>
                </a:cubicBezTo>
                <a:cubicBezTo>
                  <a:pt x="50" y="617"/>
                  <a:pt x="106" y="563"/>
                  <a:pt x="166" y="587"/>
                </a:cubicBezTo>
                <a:cubicBezTo>
                  <a:pt x="182" y="594"/>
                  <a:pt x="217" y="605"/>
                  <a:pt x="260" y="614"/>
                </a:cubicBezTo>
                <a:cubicBezTo>
                  <a:pt x="296" y="622"/>
                  <a:pt x="342" y="626"/>
                  <a:pt x="376" y="625"/>
                </a:cubicBezTo>
                <a:lnTo>
                  <a:pt x="381" y="624"/>
                </a:lnTo>
                <a:lnTo>
                  <a:pt x="378" y="624"/>
                </a:lnTo>
                <a:cubicBezTo>
                  <a:pt x="341" y="615"/>
                  <a:pt x="307" y="605"/>
                  <a:pt x="290" y="598"/>
                </a:cubicBezTo>
                <a:cubicBezTo>
                  <a:pt x="226" y="572"/>
                  <a:pt x="166" y="538"/>
                  <a:pt x="129" y="514"/>
                </a:cubicBezTo>
                <a:cubicBezTo>
                  <a:pt x="89" y="489"/>
                  <a:pt x="38" y="444"/>
                  <a:pt x="17" y="419"/>
                </a:cubicBezTo>
                <a:cubicBezTo>
                  <a:pt x="-18" y="380"/>
                  <a:pt x="6" y="349"/>
                  <a:pt x="43" y="348"/>
                </a:cubicBezTo>
                <a:cubicBezTo>
                  <a:pt x="58" y="348"/>
                  <a:pt x="74" y="353"/>
                  <a:pt x="90" y="363"/>
                </a:cubicBezTo>
                <a:lnTo>
                  <a:pt x="94" y="366"/>
                </a:lnTo>
                <a:lnTo>
                  <a:pt x="85" y="358"/>
                </a:lnTo>
                <a:cubicBezTo>
                  <a:pt x="61" y="334"/>
                  <a:pt x="38" y="309"/>
                  <a:pt x="26" y="293"/>
                </a:cubicBezTo>
                <a:cubicBezTo>
                  <a:pt x="-3" y="253"/>
                  <a:pt x="19" y="226"/>
                  <a:pt x="53" y="226"/>
                </a:cubicBezTo>
                <a:cubicBezTo>
                  <a:pt x="71" y="225"/>
                  <a:pt x="91" y="233"/>
                  <a:pt x="109" y="250"/>
                </a:cubicBezTo>
                <a:cubicBezTo>
                  <a:pt x="124" y="263"/>
                  <a:pt x="155" y="288"/>
                  <a:pt x="196" y="316"/>
                </a:cubicBezTo>
                <a:cubicBezTo>
                  <a:pt x="235" y="342"/>
                  <a:pt x="288" y="368"/>
                  <a:pt x="324" y="379"/>
                </a:cubicBezTo>
                <a:cubicBezTo>
                  <a:pt x="335" y="382"/>
                  <a:pt x="357" y="388"/>
                  <a:pt x="384" y="394"/>
                </a:cubicBezTo>
                <a:lnTo>
                  <a:pt x="393" y="396"/>
                </a:lnTo>
                <a:lnTo>
                  <a:pt x="374" y="384"/>
                </a:lnTo>
                <a:cubicBezTo>
                  <a:pt x="326" y="353"/>
                  <a:pt x="283" y="317"/>
                  <a:pt x="255" y="291"/>
                </a:cubicBezTo>
                <a:cubicBezTo>
                  <a:pt x="220" y="260"/>
                  <a:pt x="179" y="208"/>
                  <a:pt x="162" y="181"/>
                </a:cubicBezTo>
                <a:cubicBezTo>
                  <a:pt x="138" y="141"/>
                  <a:pt x="158" y="115"/>
                  <a:pt x="188" y="114"/>
                </a:cubicBezTo>
                <a:cubicBezTo>
                  <a:pt x="206" y="113"/>
                  <a:pt x="227" y="122"/>
                  <a:pt x="245" y="142"/>
                </a:cubicBezTo>
                <a:cubicBezTo>
                  <a:pt x="258" y="156"/>
                  <a:pt x="287" y="183"/>
                  <a:pt x="324" y="213"/>
                </a:cubicBezTo>
                <a:cubicBezTo>
                  <a:pt x="360" y="242"/>
                  <a:pt x="410" y="271"/>
                  <a:pt x="443" y="284"/>
                </a:cubicBezTo>
                <a:cubicBezTo>
                  <a:pt x="453" y="288"/>
                  <a:pt x="475" y="296"/>
                  <a:pt x="500" y="303"/>
                </a:cubicBezTo>
                <a:lnTo>
                  <a:pt x="510" y="306"/>
                </a:lnTo>
                <a:lnTo>
                  <a:pt x="523" y="308"/>
                </a:lnTo>
                <a:cubicBezTo>
                  <a:pt x="553" y="311"/>
                  <a:pt x="588" y="318"/>
                  <a:pt x="627" y="325"/>
                </a:cubicBezTo>
                <a:lnTo>
                  <a:pt x="635" y="326"/>
                </a:lnTo>
                <a:lnTo>
                  <a:pt x="636" y="323"/>
                </a:lnTo>
                <a:cubicBezTo>
                  <a:pt x="645" y="293"/>
                  <a:pt x="645" y="253"/>
                  <a:pt x="602" y="214"/>
                </a:cubicBezTo>
                <a:cubicBezTo>
                  <a:pt x="528" y="145"/>
                  <a:pt x="490" y="68"/>
                  <a:pt x="502" y="19"/>
                </a:cubicBezTo>
                <a:cubicBezTo>
                  <a:pt x="506" y="6"/>
                  <a:pt x="512" y="0"/>
                  <a:pt x="522" y="0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3"/>
            </p:custDataLst>
          </p:nvPr>
        </p:nvSpPr>
        <p:spPr>
          <a:xfrm>
            <a:off x="9004352" y="4364253"/>
            <a:ext cx="166861" cy="383935"/>
          </a:xfrm>
          <a:custGeom>
            <a:avLst/>
            <a:gdLst>
              <a:gd name="connsiteX0" fmla="*/ 121351 w 121351"/>
              <a:gd name="connsiteY0" fmla="*/ 14816 h 279207"/>
              <a:gd name="connsiteX1" fmla="*/ 34977 w 121351"/>
              <a:gd name="connsiteY1" fmla="*/ 0 h 279207"/>
              <a:gd name="connsiteX2" fmla="*/ 0 w 121351"/>
              <a:gd name="connsiteY2" fmla="*/ 260726 h 279207"/>
              <a:gd name="connsiteX3" fmla="*/ 83930 w 121351"/>
              <a:gd name="connsiteY3" fmla="*/ 279208 h 279207"/>
              <a:gd name="connsiteX4" fmla="*/ 121351 w 121351"/>
              <a:gd name="connsiteY4" fmla="*/ 14816 h 27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351" h="279207">
                <a:moveTo>
                  <a:pt x="121351" y="14816"/>
                </a:moveTo>
                <a:lnTo>
                  <a:pt x="34977" y="0"/>
                </a:lnTo>
                <a:lnTo>
                  <a:pt x="0" y="260726"/>
                </a:lnTo>
                <a:lnTo>
                  <a:pt x="83930" y="279208"/>
                </a:lnTo>
                <a:lnTo>
                  <a:pt x="121351" y="14816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4"/>
            </p:custDataLst>
          </p:nvPr>
        </p:nvSpPr>
        <p:spPr>
          <a:xfrm>
            <a:off x="9411555" y="2793227"/>
            <a:ext cx="1527680" cy="2816777"/>
          </a:xfrm>
          <a:custGeom>
            <a:avLst/>
            <a:gdLst>
              <a:gd name="connsiteX0" fmla="*/ 409258 w 1111026"/>
              <a:gd name="connsiteY0" fmla="*/ 0 h 2048433"/>
              <a:gd name="connsiteX1" fmla="*/ 475863 w 1111026"/>
              <a:gd name="connsiteY1" fmla="*/ 59335 h 2048433"/>
              <a:gd name="connsiteX2" fmla="*/ 543253 w 1111026"/>
              <a:gd name="connsiteY2" fmla="*/ 108200 h 2048433"/>
              <a:gd name="connsiteX3" fmla="*/ 547543 w 1111026"/>
              <a:gd name="connsiteY3" fmla="*/ 113142 h 2048433"/>
              <a:gd name="connsiteX4" fmla="*/ 639511 w 1111026"/>
              <a:gd name="connsiteY4" fmla="*/ 268134 h 2048433"/>
              <a:gd name="connsiteX5" fmla="*/ 705724 w 1111026"/>
              <a:gd name="connsiteY5" fmla="*/ 629210 h 2048433"/>
              <a:gd name="connsiteX6" fmla="*/ 884734 w 1111026"/>
              <a:gd name="connsiteY6" fmla="*/ 906738 h 2048433"/>
              <a:gd name="connsiteX7" fmla="*/ 927502 w 1111026"/>
              <a:gd name="connsiteY7" fmla="*/ 1283622 h 2048433"/>
              <a:gd name="connsiteX8" fmla="*/ 1109491 w 1111026"/>
              <a:gd name="connsiteY8" fmla="*/ 1540912 h 2048433"/>
              <a:gd name="connsiteX9" fmla="*/ 797444 w 1111026"/>
              <a:gd name="connsiteY9" fmla="*/ 1926350 h 2048433"/>
              <a:gd name="connsiteX10" fmla="*/ 26492 w 1111026"/>
              <a:gd name="connsiteY10" fmla="*/ 2012037 h 2048433"/>
              <a:gd name="connsiteX11" fmla="*/ 26568 w 1111026"/>
              <a:gd name="connsiteY11" fmla="*/ 2011960 h 2048433"/>
              <a:gd name="connsiteX12" fmla="*/ 0 w 1111026"/>
              <a:gd name="connsiteY12" fmla="*/ 1934955 h 2048433"/>
              <a:gd name="connsiteX13" fmla="*/ 59418 w 1111026"/>
              <a:gd name="connsiteY13" fmla="*/ 1943008 h 2048433"/>
              <a:gd name="connsiteX14" fmla="*/ 474554 w 1111026"/>
              <a:gd name="connsiteY14" fmla="*/ 1876709 h 2048433"/>
              <a:gd name="connsiteX15" fmla="*/ 335102 w 1111026"/>
              <a:gd name="connsiteY15" fmla="*/ 1667914 h 2048433"/>
              <a:gd name="connsiteX16" fmla="*/ 689382 w 1111026"/>
              <a:gd name="connsiteY16" fmla="*/ 1580395 h 2048433"/>
              <a:gd name="connsiteX17" fmla="*/ 340067 w 1111026"/>
              <a:gd name="connsiteY17" fmla="*/ 1146844 h 204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11026" h="2048433">
                <a:moveTo>
                  <a:pt x="409258" y="0"/>
                </a:moveTo>
                <a:cubicBezTo>
                  <a:pt x="409258" y="0"/>
                  <a:pt x="433453" y="25312"/>
                  <a:pt x="475863" y="59335"/>
                </a:cubicBezTo>
                <a:lnTo>
                  <a:pt x="543253" y="108200"/>
                </a:lnTo>
                <a:lnTo>
                  <a:pt x="547543" y="113142"/>
                </a:lnTo>
                <a:cubicBezTo>
                  <a:pt x="595141" y="163164"/>
                  <a:pt x="632141" y="201616"/>
                  <a:pt x="639511" y="268134"/>
                </a:cubicBezTo>
                <a:cubicBezTo>
                  <a:pt x="655473" y="412778"/>
                  <a:pt x="646156" y="499916"/>
                  <a:pt x="705724" y="629210"/>
                </a:cubicBezTo>
                <a:cubicBezTo>
                  <a:pt x="773846" y="777062"/>
                  <a:pt x="836393" y="772251"/>
                  <a:pt x="884734" y="906738"/>
                </a:cubicBezTo>
                <a:cubicBezTo>
                  <a:pt x="945449" y="1075591"/>
                  <a:pt x="863886" y="1130425"/>
                  <a:pt x="927502" y="1283622"/>
                </a:cubicBezTo>
                <a:cubicBezTo>
                  <a:pt x="991041" y="1436515"/>
                  <a:pt x="1095057" y="1436515"/>
                  <a:pt x="1109491" y="1540912"/>
                </a:cubicBezTo>
                <a:cubicBezTo>
                  <a:pt x="1134845" y="1724352"/>
                  <a:pt x="838302" y="1902446"/>
                  <a:pt x="797444" y="1926350"/>
                </a:cubicBezTo>
                <a:cubicBezTo>
                  <a:pt x="493493" y="2104215"/>
                  <a:pt x="160902" y="2044646"/>
                  <a:pt x="26492" y="2012037"/>
                </a:cubicBezTo>
                <a:lnTo>
                  <a:pt x="26568" y="2011960"/>
                </a:lnTo>
                <a:lnTo>
                  <a:pt x="0" y="1934955"/>
                </a:lnTo>
                <a:lnTo>
                  <a:pt x="59418" y="1943008"/>
                </a:lnTo>
                <a:cubicBezTo>
                  <a:pt x="186106" y="1955370"/>
                  <a:pt x="345146" y="1949528"/>
                  <a:pt x="474554" y="1876709"/>
                </a:cubicBezTo>
                <a:cubicBezTo>
                  <a:pt x="504720" y="1859755"/>
                  <a:pt x="308984" y="1692735"/>
                  <a:pt x="335102" y="1667914"/>
                </a:cubicBezTo>
                <a:cubicBezTo>
                  <a:pt x="392991" y="1613005"/>
                  <a:pt x="663416" y="1683647"/>
                  <a:pt x="689382" y="1580395"/>
                </a:cubicBezTo>
                <a:cubicBezTo>
                  <a:pt x="827916" y="1029922"/>
                  <a:pt x="340067" y="1146844"/>
                  <a:pt x="340067" y="114684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5"/>
            </p:custDataLst>
          </p:nvPr>
        </p:nvSpPr>
        <p:spPr>
          <a:xfrm>
            <a:off x="9105413" y="2640884"/>
            <a:ext cx="1915642" cy="2596740"/>
          </a:xfrm>
          <a:custGeom>
            <a:avLst/>
            <a:gdLst>
              <a:gd name="connsiteX0" fmla="*/ 772220 w 1393176"/>
              <a:gd name="connsiteY0" fmla="*/ 1169272 h 1888416"/>
              <a:gd name="connsiteX1" fmla="*/ 31663 w 1393176"/>
              <a:gd name="connsiteY1" fmla="*/ 1227694 h 1888416"/>
              <a:gd name="connsiteX2" fmla="*/ 3406 w 1393176"/>
              <a:gd name="connsiteY2" fmla="*/ 1568609 h 1888416"/>
              <a:gd name="connsiteX3" fmla="*/ 1331552 w 1393176"/>
              <a:gd name="connsiteY3" fmla="*/ 1805279 h 1888416"/>
              <a:gd name="connsiteX4" fmla="*/ 522414 w 1393176"/>
              <a:gd name="connsiteY4" fmla="*/ 58398 h 1888416"/>
              <a:gd name="connsiteX5" fmla="*/ 772220 w 1393176"/>
              <a:gd name="connsiteY5" fmla="*/ 1169272 h 188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3176" h="1888416">
                <a:moveTo>
                  <a:pt x="772220" y="1169272"/>
                </a:moveTo>
                <a:cubicBezTo>
                  <a:pt x="772220" y="1169272"/>
                  <a:pt x="205175" y="1209747"/>
                  <a:pt x="31663" y="1227694"/>
                </a:cubicBezTo>
                <a:cubicBezTo>
                  <a:pt x="-14465" y="1232429"/>
                  <a:pt x="3406" y="1568609"/>
                  <a:pt x="3406" y="1568609"/>
                </a:cubicBezTo>
                <a:cubicBezTo>
                  <a:pt x="3406" y="1568609"/>
                  <a:pt x="1230667" y="2085173"/>
                  <a:pt x="1331552" y="1805279"/>
                </a:cubicBezTo>
                <a:cubicBezTo>
                  <a:pt x="1630997" y="974376"/>
                  <a:pt x="754120" y="-286564"/>
                  <a:pt x="522414" y="58398"/>
                </a:cubicBezTo>
                <a:cubicBezTo>
                  <a:pt x="426571" y="201133"/>
                  <a:pt x="589009" y="840958"/>
                  <a:pt x="772220" y="1169272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56"/>
            </p:custDataLst>
          </p:nvPr>
        </p:nvSpPr>
        <p:spPr>
          <a:xfrm>
            <a:off x="7134413" y="1312536"/>
            <a:ext cx="817932" cy="610616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57"/>
            </p:custDataLst>
          </p:nvPr>
        </p:nvSpPr>
        <p:spPr>
          <a:xfrm>
            <a:off x="7459914" y="1296703"/>
            <a:ext cx="800588" cy="204762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58"/>
            </p:custDataLst>
          </p:nvPr>
        </p:nvSpPr>
        <p:spPr>
          <a:xfrm>
            <a:off x="10601241" y="1271023"/>
            <a:ext cx="1099021" cy="1111485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59"/>
            </p:custDataLst>
          </p:nvPr>
        </p:nvSpPr>
        <p:spPr>
          <a:xfrm>
            <a:off x="10753886" y="1304712"/>
            <a:ext cx="915479" cy="910094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任意多边形: 形状 117"/>
          <p:cNvSpPr/>
          <p:nvPr>
            <p:custDataLst>
              <p:tags r:id="rId60"/>
            </p:custDataLst>
          </p:nvPr>
        </p:nvSpPr>
        <p:spPr>
          <a:xfrm>
            <a:off x="10711634" y="1086230"/>
            <a:ext cx="1177443" cy="1153447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任意多边形: 形状 118"/>
          <p:cNvSpPr/>
          <p:nvPr>
            <p:custDataLst>
              <p:tags r:id="rId61"/>
            </p:custDataLst>
          </p:nvPr>
        </p:nvSpPr>
        <p:spPr>
          <a:xfrm>
            <a:off x="10693140" y="1083222"/>
            <a:ext cx="1198849" cy="1176743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2"/>
            </p:custDataLst>
          </p:nvPr>
        </p:nvSpPr>
        <p:spPr>
          <a:xfrm>
            <a:off x="11062016" y="2308094"/>
            <a:ext cx="150267" cy="158787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3"/>
            </p:custDataLst>
          </p:nvPr>
        </p:nvSpPr>
        <p:spPr>
          <a:xfrm>
            <a:off x="11189594" y="1649473"/>
            <a:ext cx="280896" cy="681502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64"/>
            </p:custDataLst>
          </p:nvPr>
        </p:nvSpPr>
        <p:spPr>
          <a:xfrm>
            <a:off x="11245730" y="1602562"/>
            <a:ext cx="114959" cy="114888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任意多边形: 形状 123"/>
          <p:cNvSpPr/>
          <p:nvPr>
            <p:custDataLst>
              <p:tags r:id="rId65"/>
            </p:custDataLst>
          </p:nvPr>
        </p:nvSpPr>
        <p:spPr>
          <a:xfrm>
            <a:off x="7379219" y="5697459"/>
            <a:ext cx="772012" cy="314118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任意多边形: 形状 124"/>
          <p:cNvSpPr/>
          <p:nvPr>
            <p:custDataLst>
              <p:tags r:id="rId66"/>
            </p:custDataLst>
          </p:nvPr>
        </p:nvSpPr>
        <p:spPr>
          <a:xfrm>
            <a:off x="7586338" y="5896709"/>
            <a:ext cx="452558" cy="114868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67"/>
            </p:custDataLst>
          </p:nvPr>
        </p:nvSpPr>
        <p:spPr>
          <a:xfrm>
            <a:off x="941073" y="5054293"/>
            <a:ext cx="398103" cy="3981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图形 79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rot="16200000">
            <a:off x="1066701" y="5185462"/>
            <a:ext cx="159968" cy="135786"/>
          </a:xfrm>
          <a:prstGeom prst="rect">
            <a:avLst/>
          </a:prstGeom>
        </p:spPr>
      </p:pic>
      <p:sp>
        <p:nvSpPr>
          <p:cNvPr id="98" name="任意多边形: 形状 97"/>
          <p:cNvSpPr/>
          <p:nvPr>
            <p:custDataLst>
              <p:tags r:id="rId71"/>
            </p:custDataLst>
          </p:nvPr>
        </p:nvSpPr>
        <p:spPr>
          <a:xfrm>
            <a:off x="8005275" y="4289775"/>
            <a:ext cx="4186090" cy="2568226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72"/>
            </p:custDataLst>
          </p:nvPr>
        </p:nvSpPr>
        <p:spPr>
          <a:xfrm>
            <a:off x="9071160" y="4918311"/>
            <a:ext cx="3120205" cy="1939689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73"/>
            </p:custDataLst>
          </p:nvPr>
        </p:nvSpPr>
        <p:spPr>
          <a:xfrm>
            <a:off x="10127685" y="5248672"/>
            <a:ext cx="2063680" cy="160932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3" name="直接连接符 182"/>
          <p:cNvCxnSpPr/>
          <p:nvPr>
            <p:custDataLst>
              <p:tags r:id="rId74"/>
            </p:custDataLst>
          </p:nvPr>
        </p:nvCxnSpPr>
        <p:spPr>
          <a:xfrm>
            <a:off x="11064291" y="708535"/>
            <a:ext cx="274632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>
            <p:custDataLst>
              <p:tags r:id="rId75"/>
            </p:custDataLst>
          </p:nvPr>
        </p:nvCxnSpPr>
        <p:spPr>
          <a:xfrm>
            <a:off x="11154308" y="803466"/>
            <a:ext cx="18461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6"/>
            </p:custDataLst>
          </p:nvPr>
        </p:nvSpPr>
        <p:spPr>
          <a:xfrm>
            <a:off x="838156" y="1181735"/>
            <a:ext cx="6249979" cy="284353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000">
                <a:solidFill>
                  <a:schemeClr val="tx2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7"/>
            </p:custDataLst>
          </p:nvPr>
        </p:nvSpPr>
        <p:spPr>
          <a:xfrm>
            <a:off x="838156" y="4204970"/>
            <a:ext cx="5803598" cy="52832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8"/>
            </p:custDataLst>
          </p:nvPr>
        </p:nvSpPr>
        <p:spPr>
          <a:xfrm>
            <a:off x="852443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9"/>
            </p:custDataLst>
          </p:nvPr>
        </p:nvSpPr>
        <p:spPr>
          <a:xfrm>
            <a:off x="1726125" y="5001355"/>
            <a:ext cx="2879850" cy="504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2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2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1"/>
            <a:ext cx="12191365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64000">
                <a:schemeClr val="bg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3"/>
            </p:custDataLst>
          </p:nvPr>
        </p:nvSpPr>
        <p:spPr>
          <a:xfrm>
            <a:off x="10019587" y="5507905"/>
            <a:ext cx="2171778" cy="1350095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58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>
            <a:off x="10754968" y="5737848"/>
            <a:ext cx="1436397" cy="1120152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任意多边形: 形状 21"/>
          <p:cNvSpPr/>
          <p:nvPr>
            <p:custDataLst>
              <p:tags r:id="rId5"/>
            </p:custDataLst>
          </p:nvPr>
        </p:nvSpPr>
        <p:spPr>
          <a:xfrm flipH="1" flipV="1">
            <a:off x="0" y="0"/>
            <a:ext cx="1498522" cy="1496324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11076990" y="1013335"/>
            <a:ext cx="274632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11167007" y="1108266"/>
            <a:ext cx="184614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40061" y="565150"/>
            <a:ext cx="4609225" cy="1081405"/>
          </a:xfrm>
        </p:spPr>
        <p:txBody>
          <a:bodyPr wrap="square" anchor="ctr" anchorCtr="0">
            <a:normAutofit/>
          </a:bodyPr>
          <a:lstStyle>
            <a:lvl1pPr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6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3"/>
            </p:custDataLst>
          </p:nvPr>
        </p:nvSpPr>
        <p:spPr>
          <a:xfrm flipH="1" flipV="1">
            <a:off x="0" y="0"/>
            <a:ext cx="1362905" cy="1360906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 flipH="1">
            <a:off x="6888067" y="932600"/>
            <a:ext cx="4481727" cy="4481960"/>
          </a:xfrm>
          <a:prstGeom prst="ellipse">
            <a:avLst/>
          </a:prstGeom>
          <a:gradFill flip="none" rotWithShape="1">
            <a:gsLst>
              <a:gs pos="15000">
                <a:schemeClr val="accent1">
                  <a:lumMod val="20000"/>
                  <a:lumOff val="80000"/>
                </a:schemeClr>
              </a:gs>
              <a:gs pos="57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5"/>
            </p:custDataLst>
          </p:nvPr>
        </p:nvCxnSpPr>
        <p:spPr>
          <a:xfrm>
            <a:off x="1359586" y="5038528"/>
            <a:ext cx="1208819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6"/>
            </p:custDataLst>
          </p:nvPr>
        </p:nvCxnSpPr>
        <p:spPr>
          <a:xfrm>
            <a:off x="11064291" y="708535"/>
            <a:ext cx="274632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7"/>
            </p:custDataLst>
          </p:nvPr>
        </p:nvCxnSpPr>
        <p:spPr>
          <a:xfrm>
            <a:off x="11154308" y="803466"/>
            <a:ext cx="18461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>
            <p:custDataLst>
              <p:tags r:id="rId8"/>
            </p:custDataLst>
          </p:nvPr>
        </p:nvSpPr>
        <p:spPr>
          <a:xfrm flipH="1">
            <a:off x="9110091" y="2253077"/>
            <a:ext cx="671881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32301" y="941989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4" name="任意多边形: 形状 53"/>
          <p:cNvSpPr/>
          <p:nvPr>
            <p:custDataLst>
              <p:tags r:id="rId9"/>
            </p:custDataLst>
          </p:nvPr>
        </p:nvSpPr>
        <p:spPr>
          <a:xfrm flipH="1">
            <a:off x="9110091" y="2253077"/>
            <a:ext cx="671881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44070" y="939381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10"/>
            </p:custDataLst>
          </p:nvPr>
        </p:nvSpPr>
        <p:spPr>
          <a:xfrm flipH="1">
            <a:off x="8862998" y="1551002"/>
            <a:ext cx="901350" cy="1193454"/>
          </a:xfrm>
          <a:custGeom>
            <a:avLst/>
            <a:gdLst>
              <a:gd name="connsiteX0" fmla="*/ 2987 w 1206403"/>
              <a:gd name="connsiteY0" fmla="*/ 666080 h 1597283"/>
              <a:gd name="connsiteX1" fmla="*/ 794711 w 1206403"/>
              <a:gd name="connsiteY1" fmla="*/ 1597190 h 1597283"/>
              <a:gd name="connsiteX2" fmla="*/ 1202119 w 1206403"/>
              <a:gd name="connsiteY2" fmla="*/ 1032582 h 1597283"/>
              <a:gd name="connsiteX3" fmla="*/ 1188823 w 1206403"/>
              <a:gd name="connsiteY3" fmla="*/ 520141 h 1597283"/>
              <a:gd name="connsiteX4" fmla="*/ 361919 w 1206403"/>
              <a:gd name="connsiteY4" fmla="*/ 4455 h 1597283"/>
              <a:gd name="connsiteX5" fmla="*/ 2924 w 1206403"/>
              <a:gd name="connsiteY5" fmla="*/ 666080 h 159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403" h="1597283">
                <a:moveTo>
                  <a:pt x="2987" y="666080"/>
                </a:moveTo>
                <a:cubicBezTo>
                  <a:pt x="32760" y="1119675"/>
                  <a:pt x="234874" y="1605015"/>
                  <a:pt x="794711" y="1597190"/>
                </a:cubicBezTo>
                <a:cubicBezTo>
                  <a:pt x="914567" y="1595536"/>
                  <a:pt x="1168529" y="1405319"/>
                  <a:pt x="1202119" y="1032582"/>
                </a:cubicBezTo>
                <a:cubicBezTo>
                  <a:pt x="1214525" y="895231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80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任意多边形: 形状 55"/>
          <p:cNvSpPr/>
          <p:nvPr>
            <p:custDataLst>
              <p:tags r:id="rId11"/>
            </p:custDataLst>
          </p:nvPr>
        </p:nvSpPr>
        <p:spPr>
          <a:xfrm flipH="1">
            <a:off x="8810601" y="1518074"/>
            <a:ext cx="998200" cy="842714"/>
          </a:xfrm>
          <a:custGeom>
            <a:avLst/>
            <a:gdLst>
              <a:gd name="connsiteX0" fmla="*/ 48745 w 1336031"/>
              <a:gd name="connsiteY0" fmla="*/ 1027667 h 1127864"/>
              <a:gd name="connsiteX1" fmla="*/ 317275 w 1336031"/>
              <a:gd name="connsiteY1" fmla="*/ 57304 h 1127864"/>
              <a:gd name="connsiteX2" fmla="*/ 1322246 w 1336031"/>
              <a:gd name="connsiteY2" fmla="*/ 442447 h 1127864"/>
              <a:gd name="connsiteX3" fmla="*/ 1254938 w 1336031"/>
              <a:gd name="connsiteY3" fmla="*/ 759963 h 1127864"/>
              <a:gd name="connsiteX4" fmla="*/ 1203026 w 1336031"/>
              <a:gd name="connsiteY4" fmla="*/ 334932 h 1127864"/>
              <a:gd name="connsiteX5" fmla="*/ 986726 w 1336031"/>
              <a:gd name="connsiteY5" fmla="*/ 418335 h 1127864"/>
              <a:gd name="connsiteX6" fmla="*/ 1003775 w 1336031"/>
              <a:gd name="connsiteY6" fmla="*/ 266225 h 1127864"/>
              <a:gd name="connsiteX7" fmla="*/ 476702 w 1336031"/>
              <a:gd name="connsiteY7" fmla="*/ 459878 h 1127864"/>
              <a:gd name="connsiteX8" fmla="*/ 432869 w 1336031"/>
              <a:gd name="connsiteY8" fmla="*/ 424824 h 1127864"/>
              <a:gd name="connsiteX9" fmla="*/ 464169 w 1336031"/>
              <a:gd name="connsiteY9" fmla="*/ 548116 h 1127864"/>
              <a:gd name="connsiteX10" fmla="*/ 343931 w 1336031"/>
              <a:gd name="connsiteY10" fmla="*/ 863342 h 1127864"/>
              <a:gd name="connsiteX11" fmla="*/ 285848 w 1336031"/>
              <a:gd name="connsiteY11" fmla="*/ 972828 h 1127864"/>
              <a:gd name="connsiteX12" fmla="*/ 152442 w 1336031"/>
              <a:gd name="connsiteY12" fmla="*/ 1127865 h 1127864"/>
              <a:gd name="connsiteX13" fmla="*/ 48681 w 1336031"/>
              <a:gd name="connsiteY13" fmla="*/ 1027667 h 112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36031" h="1127864">
                <a:moveTo>
                  <a:pt x="48745" y="1027667"/>
                </a:moveTo>
                <a:cubicBezTo>
                  <a:pt x="48745" y="1027667"/>
                  <a:pt x="-169401" y="227482"/>
                  <a:pt x="317275" y="57304"/>
                </a:cubicBezTo>
                <a:cubicBezTo>
                  <a:pt x="803952" y="-112873"/>
                  <a:pt x="1268362" y="119777"/>
                  <a:pt x="1322246" y="442447"/>
                </a:cubicBezTo>
                <a:cubicBezTo>
                  <a:pt x="1376067" y="765053"/>
                  <a:pt x="1254938" y="759963"/>
                  <a:pt x="1254938" y="759963"/>
                </a:cubicBezTo>
                <a:cubicBezTo>
                  <a:pt x="1254938" y="759963"/>
                  <a:pt x="1218231" y="388371"/>
                  <a:pt x="1203026" y="334932"/>
                </a:cubicBezTo>
                <a:cubicBezTo>
                  <a:pt x="1095576" y="335569"/>
                  <a:pt x="1113579" y="430296"/>
                  <a:pt x="986726" y="418335"/>
                </a:cubicBezTo>
                <a:cubicBezTo>
                  <a:pt x="851792" y="405675"/>
                  <a:pt x="1114661" y="288619"/>
                  <a:pt x="1003775" y="266225"/>
                </a:cubicBezTo>
                <a:cubicBezTo>
                  <a:pt x="987489" y="254520"/>
                  <a:pt x="485290" y="467448"/>
                  <a:pt x="476702" y="459878"/>
                </a:cubicBezTo>
                <a:cubicBezTo>
                  <a:pt x="458507" y="443719"/>
                  <a:pt x="438785" y="427051"/>
                  <a:pt x="432869" y="424824"/>
                </a:cubicBezTo>
                <a:cubicBezTo>
                  <a:pt x="421036" y="420371"/>
                  <a:pt x="464169" y="548116"/>
                  <a:pt x="464169" y="548116"/>
                </a:cubicBezTo>
                <a:lnTo>
                  <a:pt x="343931" y="863342"/>
                </a:lnTo>
                <a:cubicBezTo>
                  <a:pt x="343931" y="863342"/>
                  <a:pt x="386428" y="1073281"/>
                  <a:pt x="285848" y="972828"/>
                </a:cubicBezTo>
                <a:cubicBezTo>
                  <a:pt x="238962" y="926006"/>
                  <a:pt x="152442" y="1127865"/>
                  <a:pt x="152442" y="1127865"/>
                </a:cubicBezTo>
                <a:lnTo>
                  <a:pt x="48681" y="1027667"/>
                </a:ln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>
            <p:custDataLst>
              <p:tags r:id="rId12"/>
            </p:custDataLst>
          </p:nvPr>
        </p:nvSpPr>
        <p:spPr>
          <a:xfrm flipH="1">
            <a:off x="8741840" y="1360908"/>
            <a:ext cx="1280366" cy="1046417"/>
          </a:xfrm>
          <a:custGeom>
            <a:avLst/>
            <a:gdLst>
              <a:gd name="connsiteX0" fmla="*/ 644637 w 1713693"/>
              <a:gd name="connsiteY0" fmla="*/ 1257798 h 1400493"/>
              <a:gd name="connsiteX1" fmla="*/ 426873 w 1713693"/>
              <a:gd name="connsiteY1" fmla="*/ 1400493 h 1400493"/>
              <a:gd name="connsiteX2" fmla="*/ 232076 w 1713693"/>
              <a:gd name="connsiteY2" fmla="*/ 1239795 h 1400493"/>
              <a:gd name="connsiteX3" fmla="*/ 30725 w 1713693"/>
              <a:gd name="connsiteY3" fmla="*/ 976353 h 1400493"/>
              <a:gd name="connsiteX4" fmla="*/ 91289 w 1713693"/>
              <a:gd name="connsiteY4" fmla="*/ 576706 h 1400493"/>
              <a:gd name="connsiteX5" fmla="*/ 33906 w 1713693"/>
              <a:gd name="connsiteY5" fmla="*/ 594265 h 1400493"/>
              <a:gd name="connsiteX6" fmla="*/ 286087 w 1713693"/>
              <a:gd name="connsiteY6" fmla="*/ 279038 h 1400493"/>
              <a:gd name="connsiteX7" fmla="*/ 1098550 w 1713693"/>
              <a:gd name="connsiteY7" fmla="*/ 26539 h 1400493"/>
              <a:gd name="connsiteX8" fmla="*/ 1436743 w 1713693"/>
              <a:gd name="connsiteY8" fmla="*/ 209122 h 1400493"/>
              <a:gd name="connsiteX9" fmla="*/ 1598714 w 1713693"/>
              <a:gd name="connsiteY9" fmla="*/ 127310 h 1400493"/>
              <a:gd name="connsiteX10" fmla="*/ 1654188 w 1713693"/>
              <a:gd name="connsiteY10" fmla="*/ 424723 h 1400493"/>
              <a:gd name="connsiteX11" fmla="*/ 1621361 w 1713693"/>
              <a:gd name="connsiteY11" fmla="*/ 815845 h 1400493"/>
              <a:gd name="connsiteX12" fmla="*/ 1478667 w 1713693"/>
              <a:gd name="connsiteY12" fmla="*/ 728116 h 1400493"/>
              <a:gd name="connsiteX13" fmla="*/ 1057453 w 1713693"/>
              <a:gd name="connsiteY13" fmla="*/ 827042 h 1400493"/>
              <a:gd name="connsiteX14" fmla="*/ 1077684 w 1713693"/>
              <a:gd name="connsiteY14" fmla="*/ 665198 h 1400493"/>
              <a:gd name="connsiteX15" fmla="*/ 771109 w 1713693"/>
              <a:gd name="connsiteY15" fmla="*/ 896322 h 1400493"/>
              <a:gd name="connsiteX16" fmla="*/ 644573 w 1713693"/>
              <a:gd name="connsiteY16" fmla="*/ 1257862 h 1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3693" h="1400493">
                <a:moveTo>
                  <a:pt x="644637" y="1257798"/>
                </a:moveTo>
                <a:lnTo>
                  <a:pt x="426873" y="1400493"/>
                </a:lnTo>
                <a:cubicBezTo>
                  <a:pt x="367327" y="1371038"/>
                  <a:pt x="315797" y="1316708"/>
                  <a:pt x="232076" y="1239795"/>
                </a:cubicBezTo>
                <a:cubicBezTo>
                  <a:pt x="175329" y="1187628"/>
                  <a:pt x="69596" y="1065609"/>
                  <a:pt x="30725" y="976353"/>
                </a:cubicBezTo>
                <a:cubicBezTo>
                  <a:pt x="-55541" y="778120"/>
                  <a:pt x="64443" y="624101"/>
                  <a:pt x="91289" y="576706"/>
                </a:cubicBezTo>
                <a:cubicBezTo>
                  <a:pt x="91289" y="576706"/>
                  <a:pt x="39250" y="623147"/>
                  <a:pt x="33906" y="594265"/>
                </a:cubicBezTo>
                <a:cubicBezTo>
                  <a:pt x="28562" y="565382"/>
                  <a:pt x="110247" y="308493"/>
                  <a:pt x="286087" y="279038"/>
                </a:cubicBezTo>
                <a:cubicBezTo>
                  <a:pt x="286087" y="279038"/>
                  <a:pt x="468607" y="-102160"/>
                  <a:pt x="1098550" y="26539"/>
                </a:cubicBezTo>
                <a:cubicBezTo>
                  <a:pt x="1170184" y="41171"/>
                  <a:pt x="1434198" y="66937"/>
                  <a:pt x="1436743" y="209122"/>
                </a:cubicBezTo>
                <a:cubicBezTo>
                  <a:pt x="1436743" y="209122"/>
                  <a:pt x="1524662" y="217711"/>
                  <a:pt x="1598714" y="127310"/>
                </a:cubicBezTo>
                <a:cubicBezTo>
                  <a:pt x="1629505" y="89712"/>
                  <a:pt x="1720287" y="285082"/>
                  <a:pt x="1654188" y="424723"/>
                </a:cubicBezTo>
                <a:cubicBezTo>
                  <a:pt x="1654188" y="424723"/>
                  <a:pt x="1807825" y="703942"/>
                  <a:pt x="1621361" y="815845"/>
                </a:cubicBezTo>
                <a:cubicBezTo>
                  <a:pt x="1568304" y="847654"/>
                  <a:pt x="1461108" y="824179"/>
                  <a:pt x="1478667" y="728116"/>
                </a:cubicBezTo>
                <a:cubicBezTo>
                  <a:pt x="1460154" y="768259"/>
                  <a:pt x="1181253" y="928958"/>
                  <a:pt x="1057453" y="827042"/>
                </a:cubicBezTo>
                <a:cubicBezTo>
                  <a:pt x="1015847" y="792752"/>
                  <a:pt x="1077684" y="665198"/>
                  <a:pt x="1077684" y="665198"/>
                </a:cubicBezTo>
                <a:cubicBezTo>
                  <a:pt x="1077684" y="665198"/>
                  <a:pt x="948539" y="864640"/>
                  <a:pt x="771109" y="896322"/>
                </a:cubicBezTo>
                <a:cubicBezTo>
                  <a:pt x="593679" y="928004"/>
                  <a:pt x="644573" y="1257862"/>
                  <a:pt x="644573" y="125786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13"/>
            </p:custDataLst>
          </p:nvPr>
        </p:nvSpPr>
        <p:spPr>
          <a:xfrm flipH="1">
            <a:off x="8863533" y="1551002"/>
            <a:ext cx="900815" cy="1194675"/>
          </a:xfrm>
          <a:custGeom>
            <a:avLst/>
            <a:gdLst>
              <a:gd name="connsiteX0" fmla="*/ 2987 w 1205687"/>
              <a:gd name="connsiteY0" fmla="*/ 666080 h 1598917"/>
              <a:gd name="connsiteX1" fmla="*/ 846559 w 1205687"/>
              <a:gd name="connsiteY1" fmla="*/ 1593246 h 1598917"/>
              <a:gd name="connsiteX2" fmla="*/ 1202119 w 1205687"/>
              <a:gd name="connsiteY2" fmla="*/ 1032582 h 1598917"/>
              <a:gd name="connsiteX3" fmla="*/ 1188823 w 1205687"/>
              <a:gd name="connsiteY3" fmla="*/ 520141 h 1598917"/>
              <a:gd name="connsiteX4" fmla="*/ 361919 w 1205687"/>
              <a:gd name="connsiteY4" fmla="*/ 4455 h 1598917"/>
              <a:gd name="connsiteX5" fmla="*/ 2924 w 1205687"/>
              <a:gd name="connsiteY5" fmla="*/ 666016 h 1598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5687" h="1598917">
                <a:moveTo>
                  <a:pt x="2987" y="666080"/>
                </a:moveTo>
                <a:cubicBezTo>
                  <a:pt x="32760" y="1119675"/>
                  <a:pt x="161332" y="1660299"/>
                  <a:pt x="846559" y="1593246"/>
                </a:cubicBezTo>
                <a:cubicBezTo>
                  <a:pt x="923473" y="1585739"/>
                  <a:pt x="1172537" y="1414289"/>
                  <a:pt x="1202119" y="1032582"/>
                </a:cubicBezTo>
                <a:cubicBezTo>
                  <a:pt x="1212807" y="895040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16"/>
                </a:cubicBez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任意多边形: 形状 58"/>
          <p:cNvSpPr/>
          <p:nvPr>
            <p:custDataLst>
              <p:tags r:id="rId14"/>
            </p:custDataLst>
          </p:nvPr>
        </p:nvSpPr>
        <p:spPr>
          <a:xfrm flipH="1">
            <a:off x="9589074" y="2147750"/>
            <a:ext cx="219682" cy="282011"/>
          </a:xfrm>
          <a:custGeom>
            <a:avLst/>
            <a:gdLst>
              <a:gd name="connsiteX0" fmla="*/ 293292 w 294031"/>
              <a:gd name="connsiteY0" fmla="*/ 165587 h 377435"/>
              <a:gd name="connsiteX1" fmla="*/ 174645 w 294031"/>
              <a:gd name="connsiteY1" fmla="*/ 9214 h 377435"/>
              <a:gd name="connsiteX2" fmla="*/ 58288 w 294031"/>
              <a:gd name="connsiteY2" fmla="*/ 17803 h 377435"/>
              <a:gd name="connsiteX3" fmla="*/ 2114 w 294031"/>
              <a:gd name="connsiteY3" fmla="*/ 125062 h 377435"/>
              <a:gd name="connsiteX4" fmla="*/ 8221 w 294031"/>
              <a:gd name="connsiteY4" fmla="*/ 220107 h 377435"/>
              <a:gd name="connsiteX5" fmla="*/ 74192 w 294031"/>
              <a:gd name="connsiteY5" fmla="*/ 331502 h 377435"/>
              <a:gd name="connsiteX6" fmla="*/ 174900 w 294031"/>
              <a:gd name="connsiteY6" fmla="*/ 377434 h 377435"/>
              <a:gd name="connsiteX7" fmla="*/ 276624 w 294031"/>
              <a:gd name="connsiteY7" fmla="*/ 327049 h 377435"/>
              <a:gd name="connsiteX8" fmla="*/ 293292 w 294031"/>
              <a:gd name="connsiteY8" fmla="*/ 165651 h 3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031" h="377435">
                <a:moveTo>
                  <a:pt x="293292" y="165587"/>
                </a:moveTo>
                <a:cubicBezTo>
                  <a:pt x="290748" y="141858"/>
                  <a:pt x="261674" y="40005"/>
                  <a:pt x="174645" y="9214"/>
                </a:cubicBezTo>
                <a:cubicBezTo>
                  <a:pt x="165229" y="5906"/>
                  <a:pt x="107274" y="-14070"/>
                  <a:pt x="58288" y="17803"/>
                </a:cubicBezTo>
                <a:cubicBezTo>
                  <a:pt x="9493" y="49612"/>
                  <a:pt x="3449" y="110939"/>
                  <a:pt x="2114" y="125062"/>
                </a:cubicBezTo>
                <a:cubicBezTo>
                  <a:pt x="-622" y="145865"/>
                  <a:pt x="-2467" y="180155"/>
                  <a:pt x="8221" y="220107"/>
                </a:cubicBezTo>
                <a:cubicBezTo>
                  <a:pt x="13692" y="240529"/>
                  <a:pt x="27815" y="290914"/>
                  <a:pt x="74192" y="331502"/>
                </a:cubicBezTo>
                <a:cubicBezTo>
                  <a:pt x="94614" y="349379"/>
                  <a:pt x="126932" y="377689"/>
                  <a:pt x="174900" y="377434"/>
                </a:cubicBezTo>
                <a:cubicBezTo>
                  <a:pt x="235527" y="377053"/>
                  <a:pt x="275670" y="332457"/>
                  <a:pt x="276624" y="327049"/>
                </a:cubicBezTo>
                <a:cubicBezTo>
                  <a:pt x="286549" y="270493"/>
                  <a:pt x="296918" y="199432"/>
                  <a:pt x="293292" y="165651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任意多边形: 形状 59"/>
          <p:cNvSpPr/>
          <p:nvPr>
            <p:custDataLst>
              <p:tags r:id="rId15"/>
            </p:custDataLst>
          </p:nvPr>
        </p:nvSpPr>
        <p:spPr>
          <a:xfrm flipH="1">
            <a:off x="9639164" y="2211951"/>
            <a:ext cx="115821" cy="173901"/>
          </a:xfrm>
          <a:custGeom>
            <a:avLst/>
            <a:gdLst>
              <a:gd name="connsiteX0" fmla="*/ 11887 w 155020"/>
              <a:gd name="connsiteY0" fmla="*/ 95169 h 232744"/>
              <a:gd name="connsiteX1" fmla="*/ 11894 w 155020"/>
              <a:gd name="connsiteY1" fmla="*/ 95184 h 232744"/>
              <a:gd name="connsiteX2" fmla="*/ 11830 w 155020"/>
              <a:gd name="connsiteY2" fmla="*/ 95248 h 232744"/>
              <a:gd name="connsiteX3" fmla="*/ 16809 w 155020"/>
              <a:gd name="connsiteY3" fmla="*/ 90071 h 232744"/>
              <a:gd name="connsiteX4" fmla="*/ 16856 w 155020"/>
              <a:gd name="connsiteY4" fmla="*/ 90159 h 232744"/>
              <a:gd name="connsiteX5" fmla="*/ 16793 w 155020"/>
              <a:gd name="connsiteY5" fmla="*/ 90095 h 232744"/>
              <a:gd name="connsiteX6" fmla="*/ 19244 w 155020"/>
              <a:gd name="connsiteY6" fmla="*/ 87560 h 232744"/>
              <a:gd name="connsiteX7" fmla="*/ 19274 w 155020"/>
              <a:gd name="connsiteY7" fmla="*/ 87614 h 232744"/>
              <a:gd name="connsiteX8" fmla="*/ 19210 w 155020"/>
              <a:gd name="connsiteY8" fmla="*/ 87614 h 232744"/>
              <a:gd name="connsiteX9" fmla="*/ 20069 w 155020"/>
              <a:gd name="connsiteY9" fmla="*/ 86733 h 232744"/>
              <a:gd name="connsiteX10" fmla="*/ 20100 w 155020"/>
              <a:gd name="connsiteY10" fmla="*/ 86787 h 232744"/>
              <a:gd name="connsiteX11" fmla="*/ 20036 w 155020"/>
              <a:gd name="connsiteY11" fmla="*/ 86787 h 232744"/>
              <a:gd name="connsiteX12" fmla="*/ 73451 w 155020"/>
              <a:gd name="connsiteY12" fmla="*/ 147 h 232744"/>
              <a:gd name="connsiteX13" fmla="*/ 126596 w 155020"/>
              <a:gd name="connsiteY13" fmla="*/ 17189 h 232744"/>
              <a:gd name="connsiteX14" fmla="*/ 139574 w 155020"/>
              <a:gd name="connsiteY14" fmla="*/ 134436 h 232744"/>
              <a:gd name="connsiteX15" fmla="*/ 143200 w 155020"/>
              <a:gd name="connsiteY15" fmla="*/ 167009 h 232744"/>
              <a:gd name="connsiteX16" fmla="*/ 142223 w 155020"/>
              <a:gd name="connsiteY16" fmla="*/ 175119 h 232744"/>
              <a:gd name="connsiteX17" fmla="*/ 142617 w 155020"/>
              <a:gd name="connsiteY17" fmla="*/ 181149 h 232744"/>
              <a:gd name="connsiteX18" fmla="*/ 141235 w 155020"/>
              <a:gd name="connsiteY18" fmla="*/ 183328 h 232744"/>
              <a:gd name="connsiteX19" fmla="*/ 140846 w 155020"/>
              <a:gd name="connsiteY19" fmla="*/ 186554 h 232744"/>
              <a:gd name="connsiteX20" fmla="*/ 137771 w 155020"/>
              <a:gd name="connsiteY20" fmla="*/ 188788 h 232744"/>
              <a:gd name="connsiteX21" fmla="*/ 134056 w 155020"/>
              <a:gd name="connsiteY21" fmla="*/ 194643 h 232744"/>
              <a:gd name="connsiteX22" fmla="*/ 133369 w 155020"/>
              <a:gd name="connsiteY22" fmla="*/ 195009 h 232744"/>
              <a:gd name="connsiteX23" fmla="*/ 132553 w 155020"/>
              <a:gd name="connsiteY23" fmla="*/ 196274 h 232744"/>
              <a:gd name="connsiteX24" fmla="*/ 131719 w 155020"/>
              <a:gd name="connsiteY24" fmla="*/ 196709 h 232744"/>
              <a:gd name="connsiteX25" fmla="*/ 130962 w 155020"/>
              <a:gd name="connsiteY25" fmla="*/ 197864 h 232744"/>
              <a:gd name="connsiteX26" fmla="*/ 130386 w 155020"/>
              <a:gd name="connsiteY26" fmla="*/ 198160 h 232744"/>
              <a:gd name="connsiteX27" fmla="*/ 129484 w 155020"/>
              <a:gd name="connsiteY27" fmla="*/ 199518 h 232744"/>
              <a:gd name="connsiteX28" fmla="*/ 128949 w 155020"/>
              <a:gd name="connsiteY28" fmla="*/ 199787 h 232744"/>
              <a:gd name="connsiteX29" fmla="*/ 127988 w 155020"/>
              <a:gd name="connsiteY29" fmla="*/ 201212 h 232744"/>
              <a:gd name="connsiteX30" fmla="*/ 127338 w 155020"/>
              <a:gd name="connsiteY30" fmla="*/ 201533 h 232744"/>
              <a:gd name="connsiteX31" fmla="*/ 126398 w 155020"/>
              <a:gd name="connsiteY31" fmla="*/ 202905 h 232744"/>
              <a:gd name="connsiteX32" fmla="*/ 125539 w 155020"/>
              <a:gd name="connsiteY32" fmla="*/ 203323 h 232744"/>
              <a:gd name="connsiteX33" fmla="*/ 124767 w 155020"/>
              <a:gd name="connsiteY33" fmla="*/ 204433 h 232744"/>
              <a:gd name="connsiteX34" fmla="*/ 124274 w 155020"/>
              <a:gd name="connsiteY34" fmla="*/ 204669 h 232744"/>
              <a:gd name="connsiteX35" fmla="*/ 123289 w 155020"/>
              <a:gd name="connsiteY35" fmla="*/ 206063 h 232744"/>
              <a:gd name="connsiteX36" fmla="*/ 122611 w 155020"/>
              <a:gd name="connsiteY36" fmla="*/ 206380 h 232744"/>
              <a:gd name="connsiteX37" fmla="*/ 121698 w 155020"/>
              <a:gd name="connsiteY37" fmla="*/ 207653 h 232744"/>
              <a:gd name="connsiteX38" fmla="*/ 121197 w 155020"/>
              <a:gd name="connsiteY38" fmla="*/ 207883 h 232744"/>
              <a:gd name="connsiteX39" fmla="*/ 120131 w 155020"/>
              <a:gd name="connsiteY39" fmla="*/ 209347 h 232744"/>
              <a:gd name="connsiteX40" fmla="*/ 119639 w 155020"/>
              <a:gd name="connsiteY40" fmla="*/ 209568 h 232744"/>
              <a:gd name="connsiteX41" fmla="*/ 118628 w 155020"/>
              <a:gd name="connsiteY41" fmla="*/ 210937 h 232744"/>
              <a:gd name="connsiteX42" fmla="*/ 118046 w 155020"/>
              <a:gd name="connsiteY42" fmla="*/ 211194 h 232744"/>
              <a:gd name="connsiteX43" fmla="*/ 116998 w 155020"/>
              <a:gd name="connsiteY43" fmla="*/ 212592 h 232744"/>
              <a:gd name="connsiteX44" fmla="*/ 116536 w 155020"/>
              <a:gd name="connsiteY44" fmla="*/ 212792 h 232744"/>
              <a:gd name="connsiteX45" fmla="*/ 115495 w 155020"/>
              <a:gd name="connsiteY45" fmla="*/ 214158 h 232744"/>
              <a:gd name="connsiteX46" fmla="*/ 115161 w 155020"/>
              <a:gd name="connsiteY46" fmla="*/ 214299 h 232744"/>
              <a:gd name="connsiteX47" fmla="*/ 114000 w 155020"/>
              <a:gd name="connsiteY47" fmla="*/ 215804 h 232744"/>
              <a:gd name="connsiteX48" fmla="*/ 113478 w 155020"/>
              <a:gd name="connsiteY48" fmla="*/ 216019 h 232744"/>
              <a:gd name="connsiteX49" fmla="*/ 112370 w 155020"/>
              <a:gd name="connsiteY49" fmla="*/ 217434 h 232744"/>
              <a:gd name="connsiteX50" fmla="*/ 111971 w 155020"/>
              <a:gd name="connsiteY50" fmla="*/ 217596 h 232744"/>
              <a:gd name="connsiteX51" fmla="*/ 110803 w 155020"/>
              <a:gd name="connsiteY51" fmla="*/ 219064 h 232744"/>
              <a:gd name="connsiteX52" fmla="*/ 110448 w 155020"/>
              <a:gd name="connsiteY52" fmla="*/ 219205 h 232744"/>
              <a:gd name="connsiteX53" fmla="*/ 109277 w 155020"/>
              <a:gd name="connsiteY53" fmla="*/ 220655 h 232744"/>
              <a:gd name="connsiteX54" fmla="*/ 108999 w 155020"/>
              <a:gd name="connsiteY54" fmla="*/ 220763 h 232744"/>
              <a:gd name="connsiteX55" fmla="*/ 107734 w 155020"/>
              <a:gd name="connsiteY55" fmla="*/ 222309 h 232744"/>
              <a:gd name="connsiteX56" fmla="*/ 107484 w 155020"/>
              <a:gd name="connsiteY56" fmla="*/ 222403 h 232744"/>
              <a:gd name="connsiteX57" fmla="*/ 106208 w 155020"/>
              <a:gd name="connsiteY57" fmla="*/ 223939 h 232744"/>
              <a:gd name="connsiteX58" fmla="*/ 105878 w 155020"/>
              <a:gd name="connsiteY58" fmla="*/ 224062 h 232744"/>
              <a:gd name="connsiteX59" fmla="*/ 104640 w 155020"/>
              <a:gd name="connsiteY59" fmla="*/ 225529 h 232744"/>
              <a:gd name="connsiteX60" fmla="*/ 104426 w 155020"/>
              <a:gd name="connsiteY60" fmla="*/ 225607 h 232744"/>
              <a:gd name="connsiteX61" fmla="*/ 103098 w 155020"/>
              <a:gd name="connsiteY61" fmla="*/ 227159 h 232744"/>
              <a:gd name="connsiteX62" fmla="*/ 69913 w 155020"/>
              <a:gd name="connsiteY62" fmla="*/ 225855 h 232744"/>
              <a:gd name="connsiteX63" fmla="*/ 55726 w 155020"/>
              <a:gd name="connsiteY63" fmla="*/ 146715 h 232744"/>
              <a:gd name="connsiteX64" fmla="*/ 56750 w 155020"/>
              <a:gd name="connsiteY64" fmla="*/ 145843 h 232744"/>
              <a:gd name="connsiteX65" fmla="*/ 56808 w 155020"/>
              <a:gd name="connsiteY65" fmla="*/ 145442 h 232744"/>
              <a:gd name="connsiteX66" fmla="*/ 57847 w 155020"/>
              <a:gd name="connsiteY66" fmla="*/ 144544 h 232744"/>
              <a:gd name="connsiteX67" fmla="*/ 57890 w 155020"/>
              <a:gd name="connsiteY67" fmla="*/ 144234 h 232744"/>
              <a:gd name="connsiteX68" fmla="*/ 58851 w 155020"/>
              <a:gd name="connsiteY68" fmla="*/ 143390 h 232744"/>
              <a:gd name="connsiteX69" fmla="*/ 58907 w 155020"/>
              <a:gd name="connsiteY69" fmla="*/ 142961 h 232744"/>
              <a:gd name="connsiteX70" fmla="*/ 59946 w 155020"/>
              <a:gd name="connsiteY70" fmla="*/ 142035 h 232744"/>
              <a:gd name="connsiteX71" fmla="*/ 59989 w 155020"/>
              <a:gd name="connsiteY71" fmla="*/ 141690 h 232744"/>
              <a:gd name="connsiteX72" fmla="*/ 60969 w 155020"/>
              <a:gd name="connsiteY72" fmla="*/ 140805 h 232744"/>
              <a:gd name="connsiteX73" fmla="*/ 61007 w 155020"/>
              <a:gd name="connsiteY73" fmla="*/ 140480 h 232744"/>
              <a:gd name="connsiteX74" fmla="*/ 62053 w 155020"/>
              <a:gd name="connsiteY74" fmla="*/ 139522 h 232744"/>
              <a:gd name="connsiteX75" fmla="*/ 62088 w 155020"/>
              <a:gd name="connsiteY75" fmla="*/ 139208 h 232744"/>
              <a:gd name="connsiteX76" fmla="*/ 63209 w 155020"/>
              <a:gd name="connsiteY76" fmla="*/ 138163 h 232744"/>
              <a:gd name="connsiteX77" fmla="*/ 63233 w 155020"/>
              <a:gd name="connsiteY77" fmla="*/ 137936 h 232744"/>
              <a:gd name="connsiteX78" fmla="*/ 64154 w 155020"/>
              <a:gd name="connsiteY78" fmla="*/ 137066 h 232744"/>
              <a:gd name="connsiteX79" fmla="*/ 64187 w 155020"/>
              <a:gd name="connsiteY79" fmla="*/ 136727 h 232744"/>
              <a:gd name="connsiteX80" fmla="*/ 65183 w 155020"/>
              <a:gd name="connsiteY80" fmla="*/ 135773 h 232744"/>
              <a:gd name="connsiteX81" fmla="*/ 65206 w 155020"/>
              <a:gd name="connsiteY81" fmla="*/ 135519 h 232744"/>
              <a:gd name="connsiteX82" fmla="*/ 66335 w 155020"/>
              <a:gd name="connsiteY82" fmla="*/ 134422 h 232744"/>
              <a:gd name="connsiteX83" fmla="*/ 66350 w 155020"/>
              <a:gd name="connsiteY83" fmla="*/ 134246 h 232744"/>
              <a:gd name="connsiteX84" fmla="*/ 67351 w 155020"/>
              <a:gd name="connsiteY84" fmla="*/ 133258 h 232744"/>
              <a:gd name="connsiteX85" fmla="*/ 67368 w 155020"/>
              <a:gd name="connsiteY85" fmla="*/ 133037 h 232744"/>
              <a:gd name="connsiteX86" fmla="*/ 68431 w 155020"/>
              <a:gd name="connsiteY86" fmla="*/ 131974 h 232744"/>
              <a:gd name="connsiteX87" fmla="*/ 68450 w 155020"/>
              <a:gd name="connsiteY87" fmla="*/ 131702 h 232744"/>
              <a:gd name="connsiteX88" fmla="*/ 69523 w 155020"/>
              <a:gd name="connsiteY88" fmla="*/ 130612 h 232744"/>
              <a:gd name="connsiteX89" fmla="*/ 69531 w 155020"/>
              <a:gd name="connsiteY89" fmla="*/ 130493 h 232744"/>
              <a:gd name="connsiteX90" fmla="*/ 70535 w 155020"/>
              <a:gd name="connsiteY90" fmla="*/ 129457 h 232744"/>
              <a:gd name="connsiteX91" fmla="*/ 70549 w 155020"/>
              <a:gd name="connsiteY91" fmla="*/ 129221 h 232744"/>
              <a:gd name="connsiteX92" fmla="*/ 72769 w 155020"/>
              <a:gd name="connsiteY92" fmla="*/ 126901 h 232744"/>
              <a:gd name="connsiteX93" fmla="*/ 72776 w 155020"/>
              <a:gd name="connsiteY93" fmla="*/ 126739 h 232744"/>
              <a:gd name="connsiteX94" fmla="*/ 73719 w 155020"/>
              <a:gd name="connsiteY94" fmla="*/ 125725 h 232744"/>
              <a:gd name="connsiteX95" fmla="*/ 73731 w 155020"/>
              <a:gd name="connsiteY95" fmla="*/ 125403 h 232744"/>
              <a:gd name="connsiteX96" fmla="*/ 74743 w 155020"/>
              <a:gd name="connsiteY96" fmla="*/ 124298 h 232744"/>
              <a:gd name="connsiteX97" fmla="*/ 74748 w 155020"/>
              <a:gd name="connsiteY97" fmla="*/ 124131 h 232744"/>
              <a:gd name="connsiteX98" fmla="*/ 75829 w 155020"/>
              <a:gd name="connsiteY98" fmla="*/ 122934 h 232744"/>
              <a:gd name="connsiteX99" fmla="*/ 75829 w 155020"/>
              <a:gd name="connsiteY99" fmla="*/ 122922 h 232744"/>
              <a:gd name="connsiteX100" fmla="*/ 76846 w 155020"/>
              <a:gd name="connsiteY100" fmla="*/ 121779 h 232744"/>
              <a:gd name="connsiteX101" fmla="*/ 76848 w 155020"/>
              <a:gd name="connsiteY101" fmla="*/ 121649 h 232744"/>
              <a:gd name="connsiteX102" fmla="*/ 83489 w 155020"/>
              <a:gd name="connsiteY102" fmla="*/ 114070 h 232744"/>
              <a:gd name="connsiteX103" fmla="*/ 94379 w 155020"/>
              <a:gd name="connsiteY103" fmla="*/ 101470 h 232744"/>
              <a:gd name="connsiteX104" fmla="*/ 93889 w 155020"/>
              <a:gd name="connsiteY104" fmla="*/ 91685 h 232744"/>
              <a:gd name="connsiteX105" fmla="*/ 86517 w 155020"/>
              <a:gd name="connsiteY105" fmla="*/ 77689 h 232744"/>
              <a:gd name="connsiteX106" fmla="*/ 50573 w 155020"/>
              <a:gd name="connsiteY106" fmla="*/ 65538 h 232744"/>
              <a:gd name="connsiteX107" fmla="*/ 30656 w 155020"/>
              <a:gd name="connsiteY107" fmla="*/ 72812 h 232744"/>
              <a:gd name="connsiteX108" fmla="*/ 25167 w 155020"/>
              <a:gd name="connsiteY108" fmla="*/ 78006 h 232744"/>
              <a:gd name="connsiteX109" fmla="*/ 23801 w 155020"/>
              <a:gd name="connsiteY109" fmla="*/ 80699 h 232744"/>
              <a:gd name="connsiteX110" fmla="*/ 20069 w 155020"/>
              <a:gd name="connsiteY110" fmla="*/ 86733 h 232744"/>
              <a:gd name="connsiteX111" fmla="*/ 19923 w 155020"/>
              <a:gd name="connsiteY111" fmla="*/ 86475 h 232744"/>
              <a:gd name="connsiteX112" fmla="*/ 19244 w 155020"/>
              <a:gd name="connsiteY112" fmla="*/ 87560 h 232744"/>
              <a:gd name="connsiteX113" fmla="*/ 19133 w 155020"/>
              <a:gd name="connsiteY113" fmla="*/ 87361 h 232744"/>
              <a:gd name="connsiteX114" fmla="*/ 18446 w 155020"/>
              <a:gd name="connsiteY114" fmla="*/ 88441 h 232744"/>
              <a:gd name="connsiteX115" fmla="*/ 18446 w 155020"/>
              <a:gd name="connsiteY115" fmla="*/ 88505 h 232744"/>
              <a:gd name="connsiteX116" fmla="*/ 18253 w 155020"/>
              <a:gd name="connsiteY116" fmla="*/ 88154 h 232744"/>
              <a:gd name="connsiteX117" fmla="*/ 17619 w 155020"/>
              <a:gd name="connsiteY117" fmla="*/ 89141 h 232744"/>
              <a:gd name="connsiteX118" fmla="*/ 17619 w 155020"/>
              <a:gd name="connsiteY118" fmla="*/ 89332 h 232744"/>
              <a:gd name="connsiteX119" fmla="*/ 17472 w 155020"/>
              <a:gd name="connsiteY119" fmla="*/ 89061 h 232744"/>
              <a:gd name="connsiteX120" fmla="*/ 16809 w 155020"/>
              <a:gd name="connsiteY120" fmla="*/ 90071 h 232744"/>
              <a:gd name="connsiteX121" fmla="*/ 16760 w 155020"/>
              <a:gd name="connsiteY121" fmla="*/ 89979 h 232744"/>
              <a:gd name="connsiteX122" fmla="*/ 16093 w 155020"/>
              <a:gd name="connsiteY122" fmla="*/ 90986 h 232744"/>
              <a:gd name="connsiteX123" fmla="*/ 16029 w 155020"/>
              <a:gd name="connsiteY123" fmla="*/ 90986 h 232744"/>
              <a:gd name="connsiteX124" fmla="*/ 15949 w 155020"/>
              <a:gd name="connsiteY124" fmla="*/ 90832 h 232744"/>
              <a:gd name="connsiteX125" fmla="*/ 15202 w 155020"/>
              <a:gd name="connsiteY125" fmla="*/ 91940 h 232744"/>
              <a:gd name="connsiteX126" fmla="*/ 15202 w 155020"/>
              <a:gd name="connsiteY126" fmla="*/ 91876 h 232744"/>
              <a:gd name="connsiteX127" fmla="*/ 15087 w 155020"/>
              <a:gd name="connsiteY127" fmla="*/ 91652 h 232744"/>
              <a:gd name="connsiteX128" fmla="*/ 14374 w 155020"/>
              <a:gd name="connsiteY128" fmla="*/ 92704 h 232744"/>
              <a:gd name="connsiteX129" fmla="*/ 14268 w 155020"/>
              <a:gd name="connsiteY129" fmla="*/ 92495 h 232744"/>
              <a:gd name="connsiteX130" fmla="*/ 13547 w 155020"/>
              <a:gd name="connsiteY130" fmla="*/ 93531 h 232744"/>
              <a:gd name="connsiteX131" fmla="*/ 13470 w 155020"/>
              <a:gd name="connsiteY131" fmla="*/ 93377 h 232744"/>
              <a:gd name="connsiteX132" fmla="*/ 12785 w 155020"/>
              <a:gd name="connsiteY132" fmla="*/ 94358 h 232744"/>
              <a:gd name="connsiteX133" fmla="*/ 12721 w 155020"/>
              <a:gd name="connsiteY133" fmla="*/ 94358 h 232744"/>
              <a:gd name="connsiteX134" fmla="*/ 12617 w 155020"/>
              <a:gd name="connsiteY134" fmla="*/ 94147 h 232744"/>
              <a:gd name="connsiteX135" fmla="*/ 11887 w 155020"/>
              <a:gd name="connsiteY135" fmla="*/ 95169 h 232744"/>
              <a:gd name="connsiteX136" fmla="*/ 11841 w 155020"/>
              <a:gd name="connsiteY136" fmla="*/ 95074 h 232744"/>
              <a:gd name="connsiteX137" fmla="*/ 11066 w 155020"/>
              <a:gd name="connsiteY137" fmla="*/ 96139 h 232744"/>
              <a:gd name="connsiteX138" fmla="*/ 11066 w 155020"/>
              <a:gd name="connsiteY138" fmla="*/ 96075 h 232744"/>
              <a:gd name="connsiteX139" fmla="*/ 11016 w 155020"/>
              <a:gd name="connsiteY139" fmla="*/ 95970 h 232744"/>
              <a:gd name="connsiteX140" fmla="*/ 10240 w 155020"/>
              <a:gd name="connsiteY140" fmla="*/ 97030 h 232744"/>
              <a:gd name="connsiteX141" fmla="*/ 10240 w 155020"/>
              <a:gd name="connsiteY141" fmla="*/ 96903 h 232744"/>
              <a:gd name="connsiteX142" fmla="*/ 10142 w 155020"/>
              <a:gd name="connsiteY142" fmla="*/ 96694 h 232744"/>
              <a:gd name="connsiteX143" fmla="*/ 9412 w 155020"/>
              <a:gd name="connsiteY143" fmla="*/ 97666 h 232744"/>
              <a:gd name="connsiteX144" fmla="*/ 9412 w 155020"/>
              <a:gd name="connsiteY144" fmla="*/ 97730 h 232744"/>
              <a:gd name="connsiteX145" fmla="*/ 9383 w 155020"/>
              <a:gd name="connsiteY145" fmla="*/ 97667 h 232744"/>
              <a:gd name="connsiteX146" fmla="*/ 8713 w 155020"/>
              <a:gd name="connsiteY146" fmla="*/ 98556 h 232744"/>
              <a:gd name="connsiteX147" fmla="*/ 8586 w 155020"/>
              <a:gd name="connsiteY147" fmla="*/ 98556 h 232744"/>
              <a:gd name="connsiteX148" fmla="*/ 8539 w 155020"/>
              <a:gd name="connsiteY148" fmla="*/ 98452 h 232744"/>
              <a:gd name="connsiteX149" fmla="*/ 7822 w 155020"/>
              <a:gd name="connsiteY149" fmla="*/ 99383 h 232744"/>
              <a:gd name="connsiteX150" fmla="*/ 7759 w 155020"/>
              <a:gd name="connsiteY150" fmla="*/ 99447 h 232744"/>
              <a:gd name="connsiteX151" fmla="*/ 7693 w 155020"/>
              <a:gd name="connsiteY151" fmla="*/ 99296 h 232744"/>
              <a:gd name="connsiteX152" fmla="*/ 6932 w 155020"/>
              <a:gd name="connsiteY152" fmla="*/ 100274 h 232744"/>
              <a:gd name="connsiteX153" fmla="*/ 6892 w 155020"/>
              <a:gd name="connsiteY153" fmla="*/ 100182 h 232744"/>
              <a:gd name="connsiteX154" fmla="*/ 6168 w 155020"/>
              <a:gd name="connsiteY154" fmla="*/ 101101 h 232744"/>
              <a:gd name="connsiteX155" fmla="*/ 6104 w 155020"/>
              <a:gd name="connsiteY155" fmla="*/ 101101 h 232744"/>
              <a:gd name="connsiteX156" fmla="*/ 6070 w 155020"/>
              <a:gd name="connsiteY156" fmla="*/ 101021 h 232744"/>
              <a:gd name="connsiteX157" fmla="*/ 5341 w 155020"/>
              <a:gd name="connsiteY157" fmla="*/ 101928 h 232744"/>
              <a:gd name="connsiteX158" fmla="*/ 5324 w 155020"/>
              <a:gd name="connsiteY158" fmla="*/ 101887 h 232744"/>
              <a:gd name="connsiteX159" fmla="*/ 4515 w 155020"/>
              <a:gd name="connsiteY159" fmla="*/ 102883 h 232744"/>
              <a:gd name="connsiteX160" fmla="*/ 4515 w 155020"/>
              <a:gd name="connsiteY160" fmla="*/ 102755 h 232744"/>
              <a:gd name="connsiteX161" fmla="*/ 4470 w 155020"/>
              <a:gd name="connsiteY161" fmla="*/ 102645 h 232744"/>
              <a:gd name="connsiteX162" fmla="*/ 3687 w 155020"/>
              <a:gd name="connsiteY162" fmla="*/ 103582 h 232744"/>
              <a:gd name="connsiteX163" fmla="*/ 3687 w 155020"/>
              <a:gd name="connsiteY163" fmla="*/ 103645 h 232744"/>
              <a:gd name="connsiteX164" fmla="*/ 3643 w 155020"/>
              <a:gd name="connsiteY164" fmla="*/ 103537 h 232744"/>
              <a:gd name="connsiteX165" fmla="*/ 2860 w 155020"/>
              <a:gd name="connsiteY165" fmla="*/ 104472 h 232744"/>
              <a:gd name="connsiteX166" fmla="*/ 1015 w 155020"/>
              <a:gd name="connsiteY166" fmla="*/ 82182 h 232744"/>
              <a:gd name="connsiteX167" fmla="*/ 12051 w 155020"/>
              <a:gd name="connsiteY167" fmla="*/ 57902 h 232744"/>
              <a:gd name="connsiteX168" fmla="*/ 13133 w 155020"/>
              <a:gd name="connsiteY168" fmla="*/ 52570 h 232744"/>
              <a:gd name="connsiteX169" fmla="*/ 20490 w 155020"/>
              <a:gd name="connsiteY169" fmla="*/ 38368 h 232744"/>
              <a:gd name="connsiteX170" fmla="*/ 22482 w 155020"/>
              <a:gd name="connsiteY170" fmla="*/ 34380 h 232744"/>
              <a:gd name="connsiteX171" fmla="*/ 24802 w 155020"/>
              <a:gd name="connsiteY171" fmla="*/ 29402 h 232744"/>
              <a:gd name="connsiteX172" fmla="*/ 26399 w 155020"/>
              <a:gd name="connsiteY172" fmla="*/ 25841 h 232744"/>
              <a:gd name="connsiteX173" fmla="*/ 26480 w 155020"/>
              <a:gd name="connsiteY173" fmla="*/ 25771 h 232744"/>
              <a:gd name="connsiteX174" fmla="*/ 26843 w 155020"/>
              <a:gd name="connsiteY174" fmla="*/ 24950 h 232744"/>
              <a:gd name="connsiteX175" fmla="*/ 73451 w 155020"/>
              <a:gd name="connsiteY175" fmla="*/ 147 h 23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55020" h="232744">
                <a:moveTo>
                  <a:pt x="11887" y="95169"/>
                </a:moveTo>
                <a:lnTo>
                  <a:pt x="11894" y="95184"/>
                </a:lnTo>
                <a:lnTo>
                  <a:pt x="11830" y="95248"/>
                </a:lnTo>
                <a:close/>
                <a:moveTo>
                  <a:pt x="16809" y="90071"/>
                </a:moveTo>
                <a:lnTo>
                  <a:pt x="16856" y="90159"/>
                </a:lnTo>
                <a:lnTo>
                  <a:pt x="16793" y="90095"/>
                </a:lnTo>
                <a:close/>
                <a:moveTo>
                  <a:pt x="19244" y="87560"/>
                </a:moveTo>
                <a:lnTo>
                  <a:pt x="19274" y="87614"/>
                </a:lnTo>
                <a:lnTo>
                  <a:pt x="19210" y="87614"/>
                </a:lnTo>
                <a:close/>
                <a:moveTo>
                  <a:pt x="20069" y="86733"/>
                </a:moveTo>
                <a:lnTo>
                  <a:pt x="20100" y="86787"/>
                </a:lnTo>
                <a:lnTo>
                  <a:pt x="20036" y="86787"/>
                </a:lnTo>
                <a:close/>
                <a:moveTo>
                  <a:pt x="73451" y="147"/>
                </a:moveTo>
                <a:cubicBezTo>
                  <a:pt x="92052" y="-1022"/>
                  <a:pt x="111742" y="4784"/>
                  <a:pt x="126596" y="17189"/>
                </a:cubicBezTo>
                <a:cubicBezTo>
                  <a:pt x="157324" y="42890"/>
                  <a:pt x="165403" y="95184"/>
                  <a:pt x="139574" y="134436"/>
                </a:cubicBezTo>
                <a:cubicBezTo>
                  <a:pt x="139065" y="135900"/>
                  <a:pt x="133594" y="152886"/>
                  <a:pt x="143200" y="167009"/>
                </a:cubicBezTo>
                <a:lnTo>
                  <a:pt x="142223" y="175119"/>
                </a:lnTo>
                <a:lnTo>
                  <a:pt x="142617" y="181149"/>
                </a:lnTo>
                <a:lnTo>
                  <a:pt x="141235" y="183328"/>
                </a:lnTo>
                <a:lnTo>
                  <a:pt x="140846" y="186554"/>
                </a:lnTo>
                <a:lnTo>
                  <a:pt x="137771" y="188788"/>
                </a:lnTo>
                <a:lnTo>
                  <a:pt x="134056" y="194643"/>
                </a:lnTo>
                <a:lnTo>
                  <a:pt x="133369" y="195009"/>
                </a:lnTo>
                <a:lnTo>
                  <a:pt x="132553" y="196274"/>
                </a:lnTo>
                <a:lnTo>
                  <a:pt x="131719" y="196709"/>
                </a:lnTo>
                <a:lnTo>
                  <a:pt x="130962" y="197864"/>
                </a:lnTo>
                <a:lnTo>
                  <a:pt x="130386" y="198160"/>
                </a:lnTo>
                <a:lnTo>
                  <a:pt x="129484" y="199518"/>
                </a:lnTo>
                <a:lnTo>
                  <a:pt x="128949" y="199787"/>
                </a:lnTo>
                <a:lnTo>
                  <a:pt x="127988" y="201212"/>
                </a:lnTo>
                <a:lnTo>
                  <a:pt x="127338" y="201533"/>
                </a:lnTo>
                <a:lnTo>
                  <a:pt x="126398" y="202905"/>
                </a:lnTo>
                <a:lnTo>
                  <a:pt x="125539" y="203323"/>
                </a:lnTo>
                <a:lnTo>
                  <a:pt x="124767" y="204433"/>
                </a:lnTo>
                <a:lnTo>
                  <a:pt x="124274" y="204669"/>
                </a:lnTo>
                <a:lnTo>
                  <a:pt x="123289" y="206063"/>
                </a:lnTo>
                <a:lnTo>
                  <a:pt x="122611" y="206380"/>
                </a:lnTo>
                <a:lnTo>
                  <a:pt x="121698" y="207653"/>
                </a:lnTo>
                <a:lnTo>
                  <a:pt x="121197" y="207883"/>
                </a:lnTo>
                <a:lnTo>
                  <a:pt x="120131" y="209347"/>
                </a:lnTo>
                <a:lnTo>
                  <a:pt x="119639" y="209568"/>
                </a:lnTo>
                <a:lnTo>
                  <a:pt x="118628" y="210937"/>
                </a:lnTo>
                <a:lnTo>
                  <a:pt x="118046" y="211194"/>
                </a:lnTo>
                <a:lnTo>
                  <a:pt x="116998" y="212592"/>
                </a:lnTo>
                <a:lnTo>
                  <a:pt x="116536" y="212792"/>
                </a:lnTo>
                <a:lnTo>
                  <a:pt x="115495" y="214158"/>
                </a:lnTo>
                <a:lnTo>
                  <a:pt x="115161" y="214299"/>
                </a:lnTo>
                <a:lnTo>
                  <a:pt x="114000" y="215804"/>
                </a:lnTo>
                <a:lnTo>
                  <a:pt x="113478" y="216019"/>
                </a:lnTo>
                <a:lnTo>
                  <a:pt x="112370" y="217434"/>
                </a:lnTo>
                <a:lnTo>
                  <a:pt x="111971" y="217596"/>
                </a:lnTo>
                <a:lnTo>
                  <a:pt x="110803" y="219064"/>
                </a:lnTo>
                <a:lnTo>
                  <a:pt x="110448" y="219205"/>
                </a:lnTo>
                <a:lnTo>
                  <a:pt x="109277" y="220655"/>
                </a:lnTo>
                <a:lnTo>
                  <a:pt x="108999" y="220763"/>
                </a:lnTo>
                <a:lnTo>
                  <a:pt x="107734" y="222309"/>
                </a:lnTo>
                <a:lnTo>
                  <a:pt x="107484" y="222403"/>
                </a:lnTo>
                <a:lnTo>
                  <a:pt x="106208" y="223939"/>
                </a:lnTo>
                <a:lnTo>
                  <a:pt x="105878" y="224062"/>
                </a:lnTo>
                <a:lnTo>
                  <a:pt x="104640" y="225529"/>
                </a:lnTo>
                <a:lnTo>
                  <a:pt x="104426" y="225607"/>
                </a:lnTo>
                <a:lnTo>
                  <a:pt x="103098" y="227159"/>
                </a:lnTo>
                <a:cubicBezTo>
                  <a:pt x="93961" y="233696"/>
                  <a:pt x="81142" y="235939"/>
                  <a:pt x="69913" y="225855"/>
                </a:cubicBezTo>
                <a:cubicBezTo>
                  <a:pt x="47011" y="205179"/>
                  <a:pt x="43703" y="167200"/>
                  <a:pt x="55726" y="146715"/>
                </a:cubicBezTo>
                <a:lnTo>
                  <a:pt x="56750" y="145843"/>
                </a:lnTo>
                <a:lnTo>
                  <a:pt x="56808" y="145442"/>
                </a:lnTo>
                <a:lnTo>
                  <a:pt x="57847" y="144544"/>
                </a:lnTo>
                <a:lnTo>
                  <a:pt x="57890" y="144234"/>
                </a:lnTo>
                <a:lnTo>
                  <a:pt x="58851" y="143390"/>
                </a:lnTo>
                <a:lnTo>
                  <a:pt x="58907" y="142961"/>
                </a:lnTo>
                <a:lnTo>
                  <a:pt x="59946" y="142035"/>
                </a:lnTo>
                <a:lnTo>
                  <a:pt x="59989" y="141690"/>
                </a:lnTo>
                <a:lnTo>
                  <a:pt x="60969" y="140805"/>
                </a:lnTo>
                <a:lnTo>
                  <a:pt x="61007" y="140480"/>
                </a:lnTo>
                <a:lnTo>
                  <a:pt x="62053" y="139522"/>
                </a:lnTo>
                <a:lnTo>
                  <a:pt x="62088" y="139208"/>
                </a:lnTo>
                <a:lnTo>
                  <a:pt x="63209" y="138163"/>
                </a:lnTo>
                <a:lnTo>
                  <a:pt x="63233" y="137936"/>
                </a:lnTo>
                <a:lnTo>
                  <a:pt x="64154" y="137066"/>
                </a:lnTo>
                <a:lnTo>
                  <a:pt x="64187" y="136727"/>
                </a:lnTo>
                <a:lnTo>
                  <a:pt x="65183" y="135773"/>
                </a:lnTo>
                <a:lnTo>
                  <a:pt x="65206" y="135519"/>
                </a:lnTo>
                <a:lnTo>
                  <a:pt x="66335" y="134422"/>
                </a:lnTo>
                <a:lnTo>
                  <a:pt x="66350" y="134246"/>
                </a:lnTo>
                <a:lnTo>
                  <a:pt x="67351" y="133258"/>
                </a:lnTo>
                <a:lnTo>
                  <a:pt x="67368" y="133037"/>
                </a:lnTo>
                <a:lnTo>
                  <a:pt x="68431" y="131974"/>
                </a:lnTo>
                <a:lnTo>
                  <a:pt x="68450" y="131702"/>
                </a:lnTo>
                <a:lnTo>
                  <a:pt x="69523" y="130612"/>
                </a:lnTo>
                <a:lnTo>
                  <a:pt x="69531" y="130493"/>
                </a:lnTo>
                <a:lnTo>
                  <a:pt x="70535" y="129457"/>
                </a:lnTo>
                <a:lnTo>
                  <a:pt x="70549" y="129221"/>
                </a:lnTo>
                <a:lnTo>
                  <a:pt x="72769" y="126901"/>
                </a:lnTo>
                <a:lnTo>
                  <a:pt x="72776" y="126739"/>
                </a:lnTo>
                <a:lnTo>
                  <a:pt x="73719" y="125725"/>
                </a:lnTo>
                <a:lnTo>
                  <a:pt x="73731" y="125403"/>
                </a:lnTo>
                <a:lnTo>
                  <a:pt x="74743" y="124298"/>
                </a:lnTo>
                <a:lnTo>
                  <a:pt x="74748" y="124131"/>
                </a:lnTo>
                <a:lnTo>
                  <a:pt x="75829" y="122934"/>
                </a:lnTo>
                <a:lnTo>
                  <a:pt x="75829" y="122922"/>
                </a:lnTo>
                <a:lnTo>
                  <a:pt x="76846" y="121779"/>
                </a:lnTo>
                <a:lnTo>
                  <a:pt x="76848" y="121649"/>
                </a:lnTo>
                <a:lnTo>
                  <a:pt x="83489" y="114070"/>
                </a:lnTo>
                <a:lnTo>
                  <a:pt x="94379" y="101470"/>
                </a:lnTo>
                <a:lnTo>
                  <a:pt x="93889" y="91685"/>
                </a:lnTo>
                <a:cubicBezTo>
                  <a:pt x="92323" y="86357"/>
                  <a:pt x="89667" y="81475"/>
                  <a:pt x="86517" y="77689"/>
                </a:cubicBezTo>
                <a:cubicBezTo>
                  <a:pt x="74621" y="63312"/>
                  <a:pt x="55790" y="65093"/>
                  <a:pt x="50573" y="65538"/>
                </a:cubicBezTo>
                <a:cubicBezTo>
                  <a:pt x="42907" y="66190"/>
                  <a:pt x="36303" y="68990"/>
                  <a:pt x="30656" y="72812"/>
                </a:cubicBezTo>
                <a:lnTo>
                  <a:pt x="25167" y="78006"/>
                </a:lnTo>
                <a:lnTo>
                  <a:pt x="23801" y="80699"/>
                </a:lnTo>
                <a:lnTo>
                  <a:pt x="20069" y="86733"/>
                </a:lnTo>
                <a:lnTo>
                  <a:pt x="19923" y="86475"/>
                </a:lnTo>
                <a:lnTo>
                  <a:pt x="19244" y="87560"/>
                </a:lnTo>
                <a:lnTo>
                  <a:pt x="19133" y="87361"/>
                </a:lnTo>
                <a:lnTo>
                  <a:pt x="18446" y="88441"/>
                </a:lnTo>
                <a:lnTo>
                  <a:pt x="18446" y="88505"/>
                </a:lnTo>
                <a:lnTo>
                  <a:pt x="18253" y="88154"/>
                </a:lnTo>
                <a:lnTo>
                  <a:pt x="17619" y="89141"/>
                </a:lnTo>
                <a:lnTo>
                  <a:pt x="17619" y="89332"/>
                </a:lnTo>
                <a:lnTo>
                  <a:pt x="17472" y="89061"/>
                </a:lnTo>
                <a:lnTo>
                  <a:pt x="16809" y="90071"/>
                </a:lnTo>
                <a:lnTo>
                  <a:pt x="16760" y="89979"/>
                </a:lnTo>
                <a:lnTo>
                  <a:pt x="16093" y="90986"/>
                </a:lnTo>
                <a:lnTo>
                  <a:pt x="16029" y="90986"/>
                </a:lnTo>
                <a:lnTo>
                  <a:pt x="15949" y="90832"/>
                </a:lnTo>
                <a:lnTo>
                  <a:pt x="15202" y="91940"/>
                </a:lnTo>
                <a:lnTo>
                  <a:pt x="15202" y="91876"/>
                </a:lnTo>
                <a:lnTo>
                  <a:pt x="15087" y="91652"/>
                </a:lnTo>
                <a:lnTo>
                  <a:pt x="14374" y="92704"/>
                </a:lnTo>
                <a:lnTo>
                  <a:pt x="14268" y="92495"/>
                </a:lnTo>
                <a:lnTo>
                  <a:pt x="13547" y="93531"/>
                </a:lnTo>
                <a:lnTo>
                  <a:pt x="13470" y="93377"/>
                </a:lnTo>
                <a:lnTo>
                  <a:pt x="12785" y="94358"/>
                </a:lnTo>
                <a:lnTo>
                  <a:pt x="12721" y="94358"/>
                </a:lnTo>
                <a:lnTo>
                  <a:pt x="12617" y="94147"/>
                </a:lnTo>
                <a:lnTo>
                  <a:pt x="11887" y="95169"/>
                </a:lnTo>
                <a:lnTo>
                  <a:pt x="11841" y="95074"/>
                </a:lnTo>
                <a:lnTo>
                  <a:pt x="11066" y="96139"/>
                </a:lnTo>
                <a:lnTo>
                  <a:pt x="11066" y="96075"/>
                </a:lnTo>
                <a:lnTo>
                  <a:pt x="11016" y="95970"/>
                </a:lnTo>
                <a:lnTo>
                  <a:pt x="10240" y="97030"/>
                </a:lnTo>
                <a:lnTo>
                  <a:pt x="10240" y="96903"/>
                </a:lnTo>
                <a:lnTo>
                  <a:pt x="10142" y="96694"/>
                </a:lnTo>
                <a:lnTo>
                  <a:pt x="9412" y="97666"/>
                </a:lnTo>
                <a:lnTo>
                  <a:pt x="9412" y="97730"/>
                </a:lnTo>
                <a:lnTo>
                  <a:pt x="9383" y="97667"/>
                </a:lnTo>
                <a:lnTo>
                  <a:pt x="8713" y="98556"/>
                </a:lnTo>
                <a:lnTo>
                  <a:pt x="8586" y="98556"/>
                </a:lnTo>
                <a:lnTo>
                  <a:pt x="8539" y="98452"/>
                </a:lnTo>
                <a:lnTo>
                  <a:pt x="7822" y="99383"/>
                </a:lnTo>
                <a:lnTo>
                  <a:pt x="7759" y="99447"/>
                </a:lnTo>
                <a:lnTo>
                  <a:pt x="7693" y="99296"/>
                </a:lnTo>
                <a:lnTo>
                  <a:pt x="6932" y="100274"/>
                </a:lnTo>
                <a:lnTo>
                  <a:pt x="6892" y="100182"/>
                </a:lnTo>
                <a:lnTo>
                  <a:pt x="6168" y="101101"/>
                </a:lnTo>
                <a:lnTo>
                  <a:pt x="6104" y="101101"/>
                </a:lnTo>
                <a:lnTo>
                  <a:pt x="6070" y="101021"/>
                </a:lnTo>
                <a:lnTo>
                  <a:pt x="5341" y="101928"/>
                </a:lnTo>
                <a:lnTo>
                  <a:pt x="5324" y="101887"/>
                </a:lnTo>
                <a:lnTo>
                  <a:pt x="4515" y="102883"/>
                </a:lnTo>
                <a:lnTo>
                  <a:pt x="4515" y="102755"/>
                </a:lnTo>
                <a:lnTo>
                  <a:pt x="4470" y="102645"/>
                </a:lnTo>
                <a:lnTo>
                  <a:pt x="3687" y="103582"/>
                </a:lnTo>
                <a:lnTo>
                  <a:pt x="3687" y="103645"/>
                </a:lnTo>
                <a:lnTo>
                  <a:pt x="3643" y="103537"/>
                </a:lnTo>
                <a:lnTo>
                  <a:pt x="2860" y="104472"/>
                </a:lnTo>
                <a:cubicBezTo>
                  <a:pt x="156" y="103932"/>
                  <a:pt x="-989" y="94325"/>
                  <a:pt x="1015" y="82182"/>
                </a:cubicBezTo>
                <a:lnTo>
                  <a:pt x="12051" y="57902"/>
                </a:lnTo>
                <a:lnTo>
                  <a:pt x="13133" y="52570"/>
                </a:lnTo>
                <a:lnTo>
                  <a:pt x="20490" y="38368"/>
                </a:lnTo>
                <a:lnTo>
                  <a:pt x="22482" y="34380"/>
                </a:lnTo>
                <a:lnTo>
                  <a:pt x="24802" y="29402"/>
                </a:lnTo>
                <a:lnTo>
                  <a:pt x="26399" y="25841"/>
                </a:lnTo>
                <a:lnTo>
                  <a:pt x="26480" y="25771"/>
                </a:lnTo>
                <a:lnTo>
                  <a:pt x="26843" y="24950"/>
                </a:lnTo>
                <a:cubicBezTo>
                  <a:pt x="37340" y="9459"/>
                  <a:pt x="54851" y="1316"/>
                  <a:pt x="73451" y="147"/>
                </a:cubicBezTo>
                <a:close/>
              </a:path>
            </a:pathLst>
          </a:custGeom>
          <a:solidFill>
            <a:srgbClr val="FD8666">
              <a:alpha val="40000"/>
            </a:srgb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6"/>
            </p:custDataLst>
          </p:nvPr>
        </p:nvSpPr>
        <p:spPr>
          <a:xfrm rot="3600" flipH="1">
            <a:off x="8895637" y="2191491"/>
            <a:ext cx="70726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17"/>
            </p:custDataLst>
          </p:nvPr>
        </p:nvSpPr>
        <p:spPr>
          <a:xfrm rot="102600" flipH="1">
            <a:off x="9248637" y="2178501"/>
            <a:ext cx="70726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18"/>
            </p:custDataLst>
          </p:nvPr>
        </p:nvSpPr>
        <p:spPr>
          <a:xfrm flipH="1">
            <a:off x="9004628" y="2154500"/>
            <a:ext cx="131231" cy="274795"/>
          </a:xfrm>
          <a:custGeom>
            <a:avLst/>
            <a:gdLst>
              <a:gd name="connsiteX0" fmla="*/ 39145 w 175645"/>
              <a:gd name="connsiteY0" fmla="*/ 753 h 367777"/>
              <a:gd name="connsiteX1" fmla="*/ 16943 w 175645"/>
              <a:gd name="connsiteY1" fmla="*/ 326985 h 367777"/>
              <a:gd name="connsiteX2" fmla="*/ 175478 w 175645"/>
              <a:gd name="connsiteY2" fmla="*/ 293331 h 367777"/>
              <a:gd name="connsiteX3" fmla="*/ 90803 w 175645"/>
              <a:gd name="connsiteY3" fmla="*/ 182572 h 367777"/>
              <a:gd name="connsiteX4" fmla="*/ 39145 w 175645"/>
              <a:gd name="connsiteY4" fmla="*/ 689 h 36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45" h="367777">
                <a:moveTo>
                  <a:pt x="39145" y="753"/>
                </a:moveTo>
                <a:cubicBezTo>
                  <a:pt x="24959" y="38096"/>
                  <a:pt x="-26190" y="247144"/>
                  <a:pt x="16943" y="326985"/>
                </a:cubicBezTo>
                <a:cubicBezTo>
                  <a:pt x="55177" y="397728"/>
                  <a:pt x="171661" y="369990"/>
                  <a:pt x="175478" y="293331"/>
                </a:cubicBezTo>
                <a:cubicBezTo>
                  <a:pt x="179359" y="216735"/>
                  <a:pt x="114660" y="206238"/>
                  <a:pt x="90803" y="182572"/>
                </a:cubicBezTo>
                <a:cubicBezTo>
                  <a:pt x="58294" y="150318"/>
                  <a:pt x="43917" y="-11844"/>
                  <a:pt x="39145" y="689"/>
                </a:cubicBezTo>
                <a:close/>
              </a:path>
            </a:pathLst>
          </a:custGeom>
          <a:gradFill flip="none" rotWithShape="1">
            <a:gsLst>
              <a:gs pos="12000">
                <a:srgbClr val="FD8666">
                  <a:alpha val="0"/>
                </a:srgbClr>
              </a:gs>
              <a:gs pos="66000">
                <a:srgbClr val="FD8666"/>
              </a:gs>
            </a:gsLst>
            <a:lin ang="5400000" scaled="1"/>
            <a:tileRect/>
          </a:gra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19"/>
            </p:custDataLst>
          </p:nvPr>
        </p:nvSpPr>
        <p:spPr>
          <a:xfrm flipH="1">
            <a:off x="9196925" y="2058176"/>
            <a:ext cx="187621" cy="64378"/>
          </a:xfrm>
          <a:custGeom>
            <a:avLst/>
            <a:gdLst>
              <a:gd name="connsiteX0" fmla="*/ 251062 w 251120"/>
              <a:gd name="connsiteY0" fmla="*/ 54410 h 86162"/>
              <a:gd name="connsiteX1" fmla="*/ 172494 w 251120"/>
              <a:gd name="connsiteY1" fmla="*/ 7587 h 86162"/>
              <a:gd name="connsiteX2" fmla="*/ 89 w 251120"/>
              <a:gd name="connsiteY2" fmla="*/ 55173 h 86162"/>
              <a:gd name="connsiteX3" fmla="*/ 125671 w 251120"/>
              <a:gd name="connsiteY3" fmla="*/ 86155 h 86162"/>
              <a:gd name="connsiteX4" fmla="*/ 251062 w 251120"/>
              <a:gd name="connsiteY4" fmla="*/ 54410 h 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120" h="86162">
                <a:moveTo>
                  <a:pt x="251062" y="54410"/>
                </a:moveTo>
                <a:cubicBezTo>
                  <a:pt x="252970" y="36915"/>
                  <a:pt x="208374" y="15476"/>
                  <a:pt x="172494" y="7587"/>
                </a:cubicBezTo>
                <a:cubicBezTo>
                  <a:pt x="89472" y="-10671"/>
                  <a:pt x="-3282" y="3579"/>
                  <a:pt x="89" y="55173"/>
                </a:cubicBezTo>
                <a:cubicBezTo>
                  <a:pt x="2125" y="86537"/>
                  <a:pt x="80820" y="85837"/>
                  <a:pt x="125671" y="86155"/>
                </a:cubicBezTo>
                <a:cubicBezTo>
                  <a:pt x="175229" y="86473"/>
                  <a:pt x="248644" y="76104"/>
                  <a:pt x="251062" y="54410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20"/>
            </p:custDataLst>
          </p:nvPr>
        </p:nvSpPr>
        <p:spPr>
          <a:xfrm flipH="1">
            <a:off x="8824591" y="2073564"/>
            <a:ext cx="185656" cy="63614"/>
          </a:xfrm>
          <a:custGeom>
            <a:avLst/>
            <a:gdLst>
              <a:gd name="connsiteX0" fmla="*/ 38 w 248490"/>
              <a:gd name="connsiteY0" fmla="*/ 50865 h 85139"/>
              <a:gd name="connsiteX1" fmla="*/ 78734 w 248490"/>
              <a:gd name="connsiteY1" fmla="*/ 6142 h 85139"/>
              <a:gd name="connsiteX2" fmla="*/ 248338 w 248490"/>
              <a:gd name="connsiteY2" fmla="*/ 56782 h 85139"/>
              <a:gd name="connsiteX3" fmla="*/ 123457 w 248490"/>
              <a:gd name="connsiteY3" fmla="*/ 84837 h 85139"/>
              <a:gd name="connsiteX4" fmla="*/ 38 w 248490"/>
              <a:gd name="connsiteY4" fmla="*/ 50802 h 8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490" h="85139">
                <a:moveTo>
                  <a:pt x="38" y="50865"/>
                </a:moveTo>
                <a:cubicBezTo>
                  <a:pt x="-1489" y="33498"/>
                  <a:pt x="43108" y="13204"/>
                  <a:pt x="78734" y="6142"/>
                </a:cubicBezTo>
                <a:cubicBezTo>
                  <a:pt x="161309" y="-10208"/>
                  <a:pt x="252728" y="5888"/>
                  <a:pt x="248338" y="56782"/>
                </a:cubicBezTo>
                <a:cubicBezTo>
                  <a:pt x="245667" y="87764"/>
                  <a:pt x="167799" y="85474"/>
                  <a:pt x="123457" y="84837"/>
                </a:cubicBezTo>
                <a:cubicBezTo>
                  <a:pt x="74407" y="84138"/>
                  <a:pt x="1947" y="72368"/>
                  <a:pt x="38" y="508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21"/>
            </p:custDataLst>
          </p:nvPr>
        </p:nvSpPr>
        <p:spPr>
          <a:xfrm flipH="1">
            <a:off x="9101935" y="2459452"/>
            <a:ext cx="213809" cy="106397"/>
          </a:xfrm>
          <a:custGeom>
            <a:avLst/>
            <a:gdLst>
              <a:gd name="connsiteX0" fmla="*/ 285572 w 286170"/>
              <a:gd name="connsiteY0" fmla="*/ 42647 h 142399"/>
              <a:gd name="connsiteX1" fmla="*/ 218837 w 286170"/>
              <a:gd name="connsiteY1" fmla="*/ 142400 h 142399"/>
              <a:gd name="connsiteX2" fmla="*/ 140778 w 286170"/>
              <a:gd name="connsiteY2" fmla="*/ 94432 h 142399"/>
              <a:gd name="connsiteX3" fmla="*/ 38289 w 286170"/>
              <a:gd name="connsiteY3" fmla="*/ 114472 h 142399"/>
              <a:gd name="connsiteX4" fmla="*/ 21876 w 286170"/>
              <a:gd name="connsiteY4" fmla="*/ 2250 h 142399"/>
              <a:gd name="connsiteX5" fmla="*/ 58393 w 286170"/>
              <a:gd name="connsiteY5" fmla="*/ 532 h 142399"/>
              <a:gd name="connsiteX6" fmla="*/ 146821 w 286170"/>
              <a:gd name="connsiteY6" fmla="*/ 56770 h 142399"/>
              <a:gd name="connsiteX7" fmla="*/ 269286 w 286170"/>
              <a:gd name="connsiteY7" fmla="*/ 18345 h 142399"/>
              <a:gd name="connsiteX8" fmla="*/ 285572 w 286170"/>
              <a:gd name="connsiteY8" fmla="*/ 42647 h 14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170" h="142399">
                <a:moveTo>
                  <a:pt x="285572" y="42647"/>
                </a:moveTo>
                <a:cubicBezTo>
                  <a:pt x="278955" y="74710"/>
                  <a:pt x="262415" y="116317"/>
                  <a:pt x="218837" y="142400"/>
                </a:cubicBezTo>
                <a:cubicBezTo>
                  <a:pt x="209548" y="125350"/>
                  <a:pt x="188236" y="102002"/>
                  <a:pt x="140778" y="94432"/>
                </a:cubicBezTo>
                <a:cubicBezTo>
                  <a:pt x="98853" y="87752"/>
                  <a:pt x="62719" y="100985"/>
                  <a:pt x="38289" y="114472"/>
                </a:cubicBezTo>
                <a:cubicBezTo>
                  <a:pt x="-1981" y="71593"/>
                  <a:pt x="-15277" y="13447"/>
                  <a:pt x="21876" y="2250"/>
                </a:cubicBezTo>
                <a:cubicBezTo>
                  <a:pt x="29955" y="-231"/>
                  <a:pt x="43251" y="-422"/>
                  <a:pt x="58393" y="532"/>
                </a:cubicBezTo>
                <a:cubicBezTo>
                  <a:pt x="75442" y="23562"/>
                  <a:pt x="106297" y="55307"/>
                  <a:pt x="146821" y="56770"/>
                </a:cubicBezTo>
                <a:cubicBezTo>
                  <a:pt x="194725" y="58552"/>
                  <a:pt x="246383" y="31896"/>
                  <a:pt x="269286" y="18345"/>
                </a:cubicBezTo>
                <a:cubicBezTo>
                  <a:pt x="282518" y="23244"/>
                  <a:pt x="288116" y="30305"/>
                  <a:pt x="285572" y="42647"/>
                </a:cubicBezTo>
                <a:close/>
              </a:path>
            </a:pathLst>
          </a:custGeom>
          <a:solidFill>
            <a:srgbClr val="AF270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22"/>
            </p:custDataLst>
          </p:nvPr>
        </p:nvSpPr>
        <p:spPr>
          <a:xfrm flipH="1">
            <a:off x="9114549" y="2459897"/>
            <a:ext cx="157566" cy="42083"/>
          </a:xfrm>
          <a:custGeom>
            <a:avLst/>
            <a:gdLst>
              <a:gd name="connsiteX0" fmla="*/ 210893 w 210893"/>
              <a:gd name="connsiteY0" fmla="*/ 17813 h 56323"/>
              <a:gd name="connsiteX1" fmla="*/ 88429 w 210893"/>
              <a:gd name="connsiteY1" fmla="*/ 56238 h 56323"/>
              <a:gd name="connsiteX2" fmla="*/ 0 w 210893"/>
              <a:gd name="connsiteY2" fmla="*/ 0 h 56323"/>
              <a:gd name="connsiteX3" fmla="*/ 88111 w 210893"/>
              <a:gd name="connsiteY3" fmla="*/ 8906 h 56323"/>
              <a:gd name="connsiteX4" fmla="*/ 210893 w 210893"/>
              <a:gd name="connsiteY4" fmla="*/ 17877 h 56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93" h="56323">
                <a:moveTo>
                  <a:pt x="210893" y="17813"/>
                </a:moveTo>
                <a:cubicBezTo>
                  <a:pt x="187991" y="31364"/>
                  <a:pt x="136333" y="58019"/>
                  <a:pt x="88429" y="56238"/>
                </a:cubicBezTo>
                <a:cubicBezTo>
                  <a:pt x="47904" y="54711"/>
                  <a:pt x="17050" y="23030"/>
                  <a:pt x="0" y="0"/>
                </a:cubicBezTo>
                <a:cubicBezTo>
                  <a:pt x="29900" y="1718"/>
                  <a:pt x="67435" y="7698"/>
                  <a:pt x="88111" y="8906"/>
                </a:cubicBezTo>
                <a:cubicBezTo>
                  <a:pt x="113240" y="10433"/>
                  <a:pt x="179148" y="6298"/>
                  <a:pt x="210893" y="17877"/>
                </a:cubicBez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23"/>
            </p:custDataLst>
          </p:nvPr>
        </p:nvSpPr>
        <p:spPr>
          <a:xfrm flipH="1">
            <a:off x="9152242" y="2528674"/>
            <a:ext cx="134894" cy="52154"/>
          </a:xfrm>
          <a:custGeom>
            <a:avLst/>
            <a:gdLst>
              <a:gd name="connsiteX0" fmla="*/ 180547 w 180547"/>
              <a:gd name="connsiteY0" fmla="*/ 49755 h 69801"/>
              <a:gd name="connsiteX1" fmla="*/ 105160 w 180547"/>
              <a:gd name="connsiteY1" fmla="*/ 69731 h 69801"/>
              <a:gd name="connsiteX2" fmla="*/ 0 w 180547"/>
              <a:gd name="connsiteY2" fmla="*/ 21827 h 69801"/>
              <a:gd name="connsiteX3" fmla="*/ 102488 w 180547"/>
              <a:gd name="connsiteY3" fmla="*/ 1787 h 69801"/>
              <a:gd name="connsiteX4" fmla="*/ 180547 w 180547"/>
              <a:gd name="connsiteY4" fmla="*/ 49755 h 6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547" h="69801">
                <a:moveTo>
                  <a:pt x="180547" y="49755"/>
                </a:moveTo>
                <a:cubicBezTo>
                  <a:pt x="161716" y="60952"/>
                  <a:pt x="137351" y="68650"/>
                  <a:pt x="105160" y="69731"/>
                </a:cubicBezTo>
                <a:cubicBezTo>
                  <a:pt x="63109" y="71194"/>
                  <a:pt x="25956" y="49692"/>
                  <a:pt x="0" y="21827"/>
                </a:cubicBezTo>
                <a:cubicBezTo>
                  <a:pt x="24366" y="8340"/>
                  <a:pt x="60564" y="-4893"/>
                  <a:pt x="102488" y="1787"/>
                </a:cubicBezTo>
                <a:cubicBezTo>
                  <a:pt x="149947" y="9358"/>
                  <a:pt x="171259" y="32706"/>
                  <a:pt x="180547" y="49755"/>
                </a:cubicBezTo>
                <a:close/>
              </a:path>
            </a:pathLst>
          </a:custGeom>
          <a:solidFill>
            <a:srgbClr val="FD8666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24"/>
            </p:custDataLst>
          </p:nvPr>
        </p:nvSpPr>
        <p:spPr>
          <a:xfrm flipH="1">
            <a:off x="9119541" y="1998486"/>
            <a:ext cx="394319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25"/>
            </p:custDataLst>
          </p:nvPr>
        </p:nvSpPr>
        <p:spPr>
          <a:xfrm flipH="1">
            <a:off x="8658202" y="2030572"/>
            <a:ext cx="394319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6"/>
            </p:custDataLst>
          </p:nvPr>
        </p:nvSpPr>
        <p:spPr>
          <a:xfrm flipH="1">
            <a:off x="8871614" y="2186230"/>
            <a:ext cx="73246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27"/>
            </p:custDataLst>
          </p:nvPr>
        </p:nvSpPr>
        <p:spPr>
          <a:xfrm flipH="1">
            <a:off x="8405182" y="5180636"/>
            <a:ext cx="2361013" cy="776321"/>
          </a:xfrm>
          <a:custGeom>
            <a:avLst/>
            <a:gdLst>
              <a:gd name="connsiteX0" fmla="*/ 2807491 w 3160074"/>
              <a:gd name="connsiteY0" fmla="*/ 1039006 h 1039005"/>
              <a:gd name="connsiteX1" fmla="*/ 353370 w 3160074"/>
              <a:gd name="connsiteY1" fmla="*/ 1039006 h 1039005"/>
              <a:gd name="connsiteX2" fmla="*/ 529337 w 3160074"/>
              <a:gd name="connsiteY2" fmla="*/ 97399 h 1039005"/>
              <a:gd name="connsiteX3" fmla="*/ 574760 w 3160074"/>
              <a:gd name="connsiteY3" fmla="*/ 76914 h 1039005"/>
              <a:gd name="connsiteX4" fmla="*/ 2571532 w 3160074"/>
              <a:gd name="connsiteY4" fmla="*/ 0 h 1039005"/>
              <a:gd name="connsiteX5" fmla="*/ 2678601 w 3160074"/>
              <a:gd name="connsiteY5" fmla="*/ 64381 h 1039005"/>
              <a:gd name="connsiteX6" fmla="*/ 2684327 w 3160074"/>
              <a:gd name="connsiteY6" fmla="*/ 68134 h 1039005"/>
              <a:gd name="connsiteX7" fmla="*/ 2807364 w 3160074"/>
              <a:gd name="connsiteY7" fmla="*/ 1038942 h 103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0074" h="1039005">
                <a:moveTo>
                  <a:pt x="2807491" y="1039006"/>
                </a:moveTo>
                <a:lnTo>
                  <a:pt x="353370" y="1039006"/>
                </a:lnTo>
                <a:cubicBezTo>
                  <a:pt x="-192089" y="983595"/>
                  <a:pt x="-84957" y="382979"/>
                  <a:pt x="529337" y="97399"/>
                </a:cubicBezTo>
                <a:cubicBezTo>
                  <a:pt x="544032" y="90146"/>
                  <a:pt x="559301" y="83403"/>
                  <a:pt x="574760" y="76914"/>
                </a:cubicBezTo>
                <a:lnTo>
                  <a:pt x="2571532" y="0"/>
                </a:lnTo>
                <a:cubicBezTo>
                  <a:pt x="2605949" y="18958"/>
                  <a:pt x="2642148" y="40461"/>
                  <a:pt x="2678601" y="64381"/>
                </a:cubicBezTo>
                <a:cubicBezTo>
                  <a:pt x="2680573" y="65653"/>
                  <a:pt x="2682354" y="66862"/>
                  <a:pt x="2684327" y="68134"/>
                </a:cubicBezTo>
                <a:cubicBezTo>
                  <a:pt x="3057254" y="314017"/>
                  <a:pt x="3474396" y="793569"/>
                  <a:pt x="2807364" y="1038942"/>
                </a:cubicBez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28"/>
            </p:custDataLst>
          </p:nvPr>
        </p:nvSpPr>
        <p:spPr>
          <a:xfrm flipH="1">
            <a:off x="7920800" y="3117187"/>
            <a:ext cx="1502320" cy="2085172"/>
          </a:xfrm>
          <a:custGeom>
            <a:avLst/>
            <a:gdLst>
              <a:gd name="connsiteX0" fmla="*/ 2010765 w 2010765"/>
              <a:gd name="connsiteY0" fmla="*/ 2125100 h 2790732"/>
              <a:gd name="connsiteX1" fmla="*/ 1289721 w 2010765"/>
              <a:gd name="connsiteY1" fmla="*/ 2790733 h 2790732"/>
              <a:gd name="connsiteX2" fmla="*/ 18064 w 2010765"/>
              <a:gd name="connsiteY2" fmla="*/ 663417 h 2790732"/>
              <a:gd name="connsiteX3" fmla="*/ 337935 w 2010765"/>
              <a:gd name="connsiteY3" fmla="*/ 48614 h 2790732"/>
              <a:gd name="connsiteX4" fmla="*/ 621479 w 2010765"/>
              <a:gd name="connsiteY4" fmla="*/ 12034 h 2790732"/>
              <a:gd name="connsiteX5" fmla="*/ 927354 w 2010765"/>
              <a:gd name="connsiteY5" fmla="*/ 236605 h 2790732"/>
              <a:gd name="connsiteX6" fmla="*/ 2010765 w 2010765"/>
              <a:gd name="connsiteY6" fmla="*/ 2125227 h 279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765" h="2790732">
                <a:moveTo>
                  <a:pt x="2010765" y="2125100"/>
                </a:moveTo>
                <a:lnTo>
                  <a:pt x="1289721" y="2790733"/>
                </a:lnTo>
                <a:cubicBezTo>
                  <a:pt x="1054399" y="2547395"/>
                  <a:pt x="181689" y="1263587"/>
                  <a:pt x="18064" y="663417"/>
                </a:cubicBezTo>
                <a:cubicBezTo>
                  <a:pt x="-51915" y="406465"/>
                  <a:pt x="87026" y="138125"/>
                  <a:pt x="337935" y="48614"/>
                </a:cubicBezTo>
                <a:cubicBezTo>
                  <a:pt x="442077" y="11525"/>
                  <a:pt x="521281" y="-17230"/>
                  <a:pt x="621479" y="12034"/>
                </a:cubicBezTo>
                <a:cubicBezTo>
                  <a:pt x="730648" y="43907"/>
                  <a:pt x="858901" y="138824"/>
                  <a:pt x="927354" y="236605"/>
                </a:cubicBezTo>
                <a:lnTo>
                  <a:pt x="2010765" y="21252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29"/>
            </p:custDataLst>
          </p:nvPr>
        </p:nvSpPr>
        <p:spPr>
          <a:xfrm flipH="1">
            <a:off x="8479531" y="5306315"/>
            <a:ext cx="2129830" cy="1179931"/>
          </a:xfrm>
          <a:custGeom>
            <a:avLst/>
            <a:gdLst>
              <a:gd name="connsiteX0" fmla="*/ 0 w 2850650"/>
              <a:gd name="connsiteY0" fmla="*/ 1579185 h 1579184"/>
              <a:gd name="connsiteX1" fmla="*/ 2850651 w 2850650"/>
              <a:gd name="connsiteY1" fmla="*/ 1579185 h 1579184"/>
              <a:gd name="connsiteX2" fmla="*/ 2306973 w 2850650"/>
              <a:gd name="connsiteY2" fmla="*/ 103697 h 1579184"/>
              <a:gd name="connsiteX3" fmla="*/ 566008 w 2850650"/>
              <a:gd name="connsiteY3" fmla="*/ 0 h 1579184"/>
              <a:gd name="connsiteX4" fmla="*/ 64 w 2850650"/>
              <a:gd name="connsiteY4" fmla="*/ 1579121 h 157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0650" h="1579184">
                <a:moveTo>
                  <a:pt x="0" y="1579185"/>
                </a:moveTo>
                <a:lnTo>
                  <a:pt x="2850651" y="1579185"/>
                </a:lnTo>
                <a:cubicBezTo>
                  <a:pt x="2667113" y="616393"/>
                  <a:pt x="2306973" y="103697"/>
                  <a:pt x="2306973" y="103697"/>
                </a:cubicBezTo>
                <a:lnTo>
                  <a:pt x="566008" y="0"/>
                </a:lnTo>
                <a:cubicBezTo>
                  <a:pt x="152874" y="407217"/>
                  <a:pt x="33399" y="1129279"/>
                  <a:pt x="64" y="157912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0"/>
            </p:custDataLst>
          </p:nvPr>
        </p:nvSpPr>
        <p:spPr>
          <a:xfrm flipH="1">
            <a:off x="7897844" y="4723741"/>
            <a:ext cx="844215" cy="526729"/>
          </a:xfrm>
          <a:custGeom>
            <a:avLst/>
            <a:gdLst>
              <a:gd name="connsiteX0" fmla="*/ 1129932 w 1129931"/>
              <a:gd name="connsiteY0" fmla="*/ 205358 h 704959"/>
              <a:gd name="connsiteX1" fmla="*/ 24127 w 1129931"/>
              <a:gd name="connsiteY1" fmla="*/ 0 h 704959"/>
              <a:gd name="connsiteX2" fmla="*/ 1129932 w 1129931"/>
              <a:gd name="connsiteY2" fmla="*/ 205358 h 70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931" h="704959">
                <a:moveTo>
                  <a:pt x="1129932" y="205358"/>
                </a:moveTo>
                <a:cubicBezTo>
                  <a:pt x="1046147" y="871882"/>
                  <a:pt x="-186258" y="936454"/>
                  <a:pt x="24127" y="0"/>
                </a:cubicBezTo>
                <a:lnTo>
                  <a:pt x="1129932" y="20535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31"/>
            </p:custDataLst>
          </p:nvPr>
        </p:nvSpPr>
        <p:spPr>
          <a:xfrm flipH="1">
            <a:off x="7678946" y="3258306"/>
            <a:ext cx="327379" cy="334859"/>
          </a:xfrm>
          <a:custGeom>
            <a:avLst/>
            <a:gdLst>
              <a:gd name="connsiteX0" fmla="*/ 424670 w 438177"/>
              <a:gd name="connsiteY0" fmla="*/ 228536 h 448165"/>
              <a:gd name="connsiteX1" fmla="*/ 306468 w 438177"/>
              <a:gd name="connsiteY1" fmla="*/ 410229 h 448165"/>
              <a:gd name="connsiteX2" fmla="*/ 191002 w 438177"/>
              <a:gd name="connsiteY2" fmla="*/ 434658 h 448165"/>
              <a:gd name="connsiteX3" fmla="*/ 37937 w 438177"/>
              <a:gd name="connsiteY3" fmla="*/ 335096 h 448165"/>
              <a:gd name="connsiteX4" fmla="*/ 13508 w 438177"/>
              <a:gd name="connsiteY4" fmla="*/ 219630 h 448165"/>
              <a:gd name="connsiteX5" fmla="*/ 131710 w 438177"/>
              <a:gd name="connsiteY5" fmla="*/ 37937 h 448165"/>
              <a:gd name="connsiteX6" fmla="*/ 247176 w 438177"/>
              <a:gd name="connsiteY6" fmla="*/ 13508 h 448165"/>
              <a:gd name="connsiteX7" fmla="*/ 400241 w 438177"/>
              <a:gd name="connsiteY7" fmla="*/ 113070 h 448165"/>
              <a:gd name="connsiteX8" fmla="*/ 424670 w 438177"/>
              <a:gd name="connsiteY8" fmla="*/ 228536 h 44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77" h="448165">
                <a:moveTo>
                  <a:pt x="424670" y="228536"/>
                </a:moveTo>
                <a:lnTo>
                  <a:pt x="306468" y="410229"/>
                </a:lnTo>
                <a:cubicBezTo>
                  <a:pt x="281339" y="448845"/>
                  <a:pt x="229618" y="459787"/>
                  <a:pt x="191002" y="434658"/>
                </a:cubicBezTo>
                <a:lnTo>
                  <a:pt x="37937" y="335096"/>
                </a:lnTo>
                <a:cubicBezTo>
                  <a:pt x="-679" y="309967"/>
                  <a:pt x="-11621" y="258246"/>
                  <a:pt x="13508" y="219630"/>
                </a:cubicBezTo>
                <a:lnTo>
                  <a:pt x="131710" y="37937"/>
                </a:lnTo>
                <a:cubicBezTo>
                  <a:pt x="156839" y="-679"/>
                  <a:pt x="208560" y="-11621"/>
                  <a:pt x="247176" y="13508"/>
                </a:cubicBezTo>
                <a:lnTo>
                  <a:pt x="400241" y="113070"/>
                </a:lnTo>
                <a:cubicBezTo>
                  <a:pt x="438857" y="138199"/>
                  <a:pt x="449799" y="189920"/>
                  <a:pt x="424670" y="22853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32"/>
            </p:custDataLst>
          </p:nvPr>
        </p:nvSpPr>
        <p:spPr>
          <a:xfrm flipH="1">
            <a:off x="7464310" y="3222624"/>
            <a:ext cx="1078438" cy="1798490"/>
          </a:xfrm>
          <a:custGeom>
            <a:avLst/>
            <a:gdLst>
              <a:gd name="connsiteX0" fmla="*/ 1443424 w 1443424"/>
              <a:gd name="connsiteY0" fmla="*/ 0 h 2407045"/>
              <a:gd name="connsiteX1" fmla="*/ 956048 w 1443424"/>
              <a:gd name="connsiteY1" fmla="*/ 2156135 h 2407045"/>
              <a:gd name="connsiteX2" fmla="*/ 873854 w 1443424"/>
              <a:gd name="connsiteY2" fmla="*/ 2259259 h 2407045"/>
              <a:gd name="connsiteX3" fmla="*/ 0 w 1443424"/>
              <a:gd name="connsiteY3" fmla="*/ 2065034 h 2407045"/>
              <a:gd name="connsiteX4" fmla="*/ 287552 w 1443424"/>
              <a:gd name="connsiteY4" fmla="*/ 1475933 h 2407045"/>
              <a:gd name="connsiteX5" fmla="*/ 935055 w 1443424"/>
              <a:gd name="connsiteY5" fmla="*/ 149056 h 2407045"/>
              <a:gd name="connsiteX6" fmla="*/ 1443361 w 1443424"/>
              <a:gd name="connsiteY6" fmla="*/ 127 h 24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3424" h="2407045">
                <a:moveTo>
                  <a:pt x="1443424" y="0"/>
                </a:moveTo>
                <a:cubicBezTo>
                  <a:pt x="1223243" y="301294"/>
                  <a:pt x="1384642" y="1463464"/>
                  <a:pt x="956048" y="2156135"/>
                </a:cubicBezTo>
                <a:cubicBezTo>
                  <a:pt x="931937" y="2194942"/>
                  <a:pt x="904200" y="2229296"/>
                  <a:pt x="873854" y="2259259"/>
                </a:cubicBezTo>
                <a:cubicBezTo>
                  <a:pt x="611749" y="2514876"/>
                  <a:pt x="145049" y="2431791"/>
                  <a:pt x="0" y="2065034"/>
                </a:cubicBezTo>
                <a:lnTo>
                  <a:pt x="287552" y="1475933"/>
                </a:lnTo>
                <a:lnTo>
                  <a:pt x="935055" y="149056"/>
                </a:lnTo>
                <a:lnTo>
                  <a:pt x="1443361" y="127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33"/>
            </p:custDataLst>
          </p:nvPr>
        </p:nvSpPr>
        <p:spPr>
          <a:xfrm flipH="1">
            <a:off x="7529286" y="3337989"/>
            <a:ext cx="409102" cy="361209"/>
          </a:xfrm>
          <a:custGeom>
            <a:avLst/>
            <a:gdLst>
              <a:gd name="connsiteX0" fmla="*/ 103443 w 547558"/>
              <a:gd name="connsiteY0" fmla="*/ 0 h 483431"/>
              <a:gd name="connsiteX1" fmla="*/ 547559 w 547558"/>
              <a:gd name="connsiteY1" fmla="*/ 307401 h 483431"/>
              <a:gd name="connsiteX2" fmla="*/ 513078 w 547558"/>
              <a:gd name="connsiteY2" fmla="*/ 483432 h 483431"/>
              <a:gd name="connsiteX3" fmla="*/ 0 w 547558"/>
              <a:gd name="connsiteY3" fmla="*/ 180738 h 483431"/>
              <a:gd name="connsiteX4" fmla="*/ 103443 w 547558"/>
              <a:gd name="connsiteY4" fmla="*/ 0 h 483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58" h="483431">
                <a:moveTo>
                  <a:pt x="103443" y="0"/>
                </a:moveTo>
                <a:lnTo>
                  <a:pt x="547559" y="307401"/>
                </a:lnTo>
                <a:lnTo>
                  <a:pt x="513078" y="483432"/>
                </a:lnTo>
                <a:lnTo>
                  <a:pt x="0" y="180738"/>
                </a:lnTo>
                <a:lnTo>
                  <a:pt x="10344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34"/>
            </p:custDataLst>
          </p:nvPr>
        </p:nvSpPr>
        <p:spPr>
          <a:xfrm flipH="1">
            <a:off x="8585051" y="2875040"/>
            <a:ext cx="1920693" cy="2905948"/>
          </a:xfrm>
          <a:custGeom>
            <a:avLst/>
            <a:gdLst>
              <a:gd name="connsiteX0" fmla="*/ 2570669 w 2570732"/>
              <a:gd name="connsiteY0" fmla="*/ 3884718 h 3889234"/>
              <a:gd name="connsiteX1" fmla="*/ 684973 w 2570732"/>
              <a:gd name="connsiteY1" fmla="*/ 3887962 h 3889234"/>
              <a:gd name="connsiteX2" fmla="*/ 0 w 2570732"/>
              <a:gd name="connsiteY2" fmla="*/ 3889235 h 3889234"/>
              <a:gd name="connsiteX3" fmla="*/ 233668 w 2570732"/>
              <a:gd name="connsiteY3" fmla="*/ 3187021 h 3889234"/>
              <a:gd name="connsiteX4" fmla="*/ 390677 w 2570732"/>
              <a:gd name="connsiteY4" fmla="*/ 2096866 h 3889234"/>
              <a:gd name="connsiteX5" fmla="*/ 354987 w 2570732"/>
              <a:gd name="connsiteY5" fmla="*/ 1441603 h 3889234"/>
              <a:gd name="connsiteX6" fmla="*/ 354987 w 2570732"/>
              <a:gd name="connsiteY6" fmla="*/ 216196 h 3889234"/>
              <a:gd name="connsiteX7" fmla="*/ 1375481 w 2570732"/>
              <a:gd name="connsiteY7" fmla="*/ 17454 h 3889234"/>
              <a:gd name="connsiteX8" fmla="*/ 1715900 w 2570732"/>
              <a:gd name="connsiteY8" fmla="*/ 164157 h 3889234"/>
              <a:gd name="connsiteX9" fmla="*/ 1820805 w 2570732"/>
              <a:gd name="connsiteY9" fmla="*/ 360736 h 3889234"/>
              <a:gd name="connsiteX10" fmla="*/ 1833593 w 2570732"/>
              <a:gd name="connsiteY10" fmla="*/ 214924 h 3889234"/>
              <a:gd name="connsiteX11" fmla="*/ 2123499 w 2570732"/>
              <a:gd name="connsiteY11" fmla="*/ 339869 h 3889234"/>
              <a:gd name="connsiteX12" fmla="*/ 2364801 w 2570732"/>
              <a:gd name="connsiteY12" fmla="*/ 1233827 h 3889234"/>
              <a:gd name="connsiteX13" fmla="*/ 2382996 w 2570732"/>
              <a:gd name="connsiteY13" fmla="*/ 3154067 h 3889234"/>
              <a:gd name="connsiteX14" fmla="*/ 2386241 w 2570732"/>
              <a:gd name="connsiteY14" fmla="*/ 3166536 h 3889234"/>
              <a:gd name="connsiteX15" fmla="*/ 2570732 w 2570732"/>
              <a:gd name="connsiteY15" fmla="*/ 3884718 h 388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70732" h="3889234">
                <a:moveTo>
                  <a:pt x="2570669" y="3884718"/>
                </a:moveTo>
                <a:lnTo>
                  <a:pt x="684973" y="3887962"/>
                </a:lnTo>
                <a:lnTo>
                  <a:pt x="0" y="3889235"/>
                </a:lnTo>
                <a:cubicBezTo>
                  <a:pt x="0" y="3889235"/>
                  <a:pt x="124818" y="3586668"/>
                  <a:pt x="233668" y="3187021"/>
                </a:cubicBezTo>
                <a:cubicBezTo>
                  <a:pt x="325023" y="2851246"/>
                  <a:pt x="405182" y="2447400"/>
                  <a:pt x="390677" y="2096866"/>
                </a:cubicBezTo>
                <a:cubicBezTo>
                  <a:pt x="382216" y="1887436"/>
                  <a:pt x="354733" y="1667255"/>
                  <a:pt x="354987" y="1441603"/>
                </a:cubicBezTo>
                <a:cubicBezTo>
                  <a:pt x="355242" y="1298335"/>
                  <a:pt x="235386" y="307361"/>
                  <a:pt x="354987" y="216196"/>
                </a:cubicBezTo>
                <a:cubicBezTo>
                  <a:pt x="630643" y="6003"/>
                  <a:pt x="1423130" y="-27460"/>
                  <a:pt x="1375481" y="17454"/>
                </a:cubicBezTo>
                <a:lnTo>
                  <a:pt x="1715900" y="164157"/>
                </a:lnTo>
                <a:lnTo>
                  <a:pt x="1820805" y="360736"/>
                </a:lnTo>
                <a:lnTo>
                  <a:pt x="1833593" y="214924"/>
                </a:lnTo>
                <a:lnTo>
                  <a:pt x="2123499" y="339869"/>
                </a:lnTo>
                <a:cubicBezTo>
                  <a:pt x="2158171" y="458962"/>
                  <a:pt x="2355386" y="958489"/>
                  <a:pt x="2364801" y="1233827"/>
                </a:cubicBezTo>
                <a:cubicBezTo>
                  <a:pt x="2375044" y="1532258"/>
                  <a:pt x="2382996" y="3154067"/>
                  <a:pt x="2382996" y="3154067"/>
                </a:cubicBezTo>
                <a:lnTo>
                  <a:pt x="2386241" y="3166536"/>
                </a:lnTo>
                <a:lnTo>
                  <a:pt x="2570732" y="388471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35"/>
            </p:custDataLst>
          </p:nvPr>
        </p:nvSpPr>
        <p:spPr>
          <a:xfrm flipH="1">
            <a:off x="8760585" y="3468564"/>
            <a:ext cx="2005659" cy="2488346"/>
          </a:xfrm>
          <a:custGeom>
            <a:avLst/>
            <a:gdLst>
              <a:gd name="connsiteX0" fmla="*/ 2684454 w 2684453"/>
              <a:gd name="connsiteY0" fmla="*/ 2359585 h 3330328"/>
              <a:gd name="connsiteX1" fmla="*/ 2681973 w 2684453"/>
              <a:gd name="connsiteY1" fmla="*/ 2368300 h 3330328"/>
              <a:gd name="connsiteX2" fmla="*/ 1049158 w 2684453"/>
              <a:gd name="connsiteY2" fmla="*/ 2857839 h 3330328"/>
              <a:gd name="connsiteX3" fmla="*/ 980769 w 2684453"/>
              <a:gd name="connsiteY3" fmla="*/ 3089726 h 3330328"/>
              <a:gd name="connsiteX4" fmla="*/ 933564 w 2684453"/>
              <a:gd name="connsiteY4" fmla="*/ 3249216 h 3330328"/>
              <a:gd name="connsiteX5" fmla="*/ 807474 w 2684453"/>
              <a:gd name="connsiteY5" fmla="*/ 3330329 h 3330328"/>
              <a:gd name="connsiteX6" fmla="*/ 353370 w 2684453"/>
              <a:gd name="connsiteY6" fmla="*/ 3330329 h 3330328"/>
              <a:gd name="connsiteX7" fmla="*/ 529337 w 2684453"/>
              <a:gd name="connsiteY7" fmla="*/ 2388722 h 3330328"/>
              <a:gd name="connsiteX8" fmla="*/ 686346 w 2684453"/>
              <a:gd name="connsiteY8" fmla="*/ 1298567 h 3330328"/>
              <a:gd name="connsiteX9" fmla="*/ 650656 w 2684453"/>
              <a:gd name="connsiteY9" fmla="*/ 643303 h 3330328"/>
              <a:gd name="connsiteX10" fmla="*/ 1272647 w 2684453"/>
              <a:gd name="connsiteY10" fmla="*/ 0 h 3330328"/>
              <a:gd name="connsiteX11" fmla="*/ 1268258 w 2684453"/>
              <a:gd name="connsiteY11" fmla="*/ 430438 h 3330328"/>
              <a:gd name="connsiteX12" fmla="*/ 2328448 w 2684453"/>
              <a:gd name="connsiteY12" fmla="*/ 1701204 h 3330328"/>
              <a:gd name="connsiteX13" fmla="*/ 2328448 w 2684453"/>
              <a:gd name="connsiteY13" fmla="*/ 1701204 h 3330328"/>
              <a:gd name="connsiteX14" fmla="*/ 2557600 w 2684453"/>
              <a:gd name="connsiteY14" fmla="*/ 1884169 h 3330328"/>
              <a:gd name="connsiteX15" fmla="*/ 2678665 w 2684453"/>
              <a:gd name="connsiteY15" fmla="*/ 2355704 h 3330328"/>
              <a:gd name="connsiteX16" fmla="*/ 2684390 w 2684453"/>
              <a:gd name="connsiteY16" fmla="*/ 2359457 h 333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84453" h="3330328">
                <a:moveTo>
                  <a:pt x="2684454" y="2359585"/>
                </a:moveTo>
                <a:lnTo>
                  <a:pt x="2681973" y="2368300"/>
                </a:lnTo>
                <a:lnTo>
                  <a:pt x="1049158" y="2857839"/>
                </a:lnTo>
                <a:lnTo>
                  <a:pt x="980769" y="3089726"/>
                </a:lnTo>
                <a:lnTo>
                  <a:pt x="933564" y="3249216"/>
                </a:lnTo>
                <a:lnTo>
                  <a:pt x="807474" y="3330329"/>
                </a:lnTo>
                <a:lnTo>
                  <a:pt x="353370" y="3330329"/>
                </a:lnTo>
                <a:cubicBezTo>
                  <a:pt x="-192089" y="3274918"/>
                  <a:pt x="-84957" y="2674302"/>
                  <a:pt x="529337" y="2388722"/>
                </a:cubicBezTo>
                <a:cubicBezTo>
                  <a:pt x="620692" y="2052947"/>
                  <a:pt x="700850" y="1649101"/>
                  <a:pt x="686346" y="1298567"/>
                </a:cubicBezTo>
                <a:cubicBezTo>
                  <a:pt x="677884" y="1089137"/>
                  <a:pt x="650401" y="868956"/>
                  <a:pt x="650656" y="643303"/>
                </a:cubicBezTo>
                <a:lnTo>
                  <a:pt x="1272647" y="0"/>
                </a:lnTo>
                <a:lnTo>
                  <a:pt x="1268258" y="430438"/>
                </a:lnTo>
                <a:cubicBezTo>
                  <a:pt x="1261832" y="1056819"/>
                  <a:pt x="1711038" y="1595280"/>
                  <a:pt x="2328448" y="1701204"/>
                </a:cubicBezTo>
                <a:lnTo>
                  <a:pt x="2328448" y="1701204"/>
                </a:lnTo>
                <a:cubicBezTo>
                  <a:pt x="2328448" y="1701204"/>
                  <a:pt x="2557600" y="1884169"/>
                  <a:pt x="2557600" y="1884169"/>
                </a:cubicBezTo>
                <a:lnTo>
                  <a:pt x="2678665" y="2355704"/>
                </a:lnTo>
                <a:cubicBezTo>
                  <a:pt x="2680637" y="2356977"/>
                  <a:pt x="2682418" y="2358185"/>
                  <a:pt x="2684390" y="235945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>
            <p:custDataLst>
              <p:tags r:id="rId36"/>
            </p:custDataLst>
          </p:nvPr>
        </p:nvSpPr>
        <p:spPr>
          <a:xfrm flipH="1">
            <a:off x="9948500" y="4511148"/>
            <a:ext cx="528202" cy="389180"/>
          </a:xfrm>
          <a:custGeom>
            <a:avLst/>
            <a:gdLst>
              <a:gd name="connsiteX0" fmla="*/ 39888 w 706967"/>
              <a:gd name="connsiteY0" fmla="*/ 24458 h 520867"/>
              <a:gd name="connsiteX1" fmla="*/ 648711 w 706967"/>
              <a:gd name="connsiteY1" fmla="*/ 482697 h 520867"/>
              <a:gd name="connsiteX2" fmla="*/ 0 w 706967"/>
              <a:gd name="connsiteY2" fmla="*/ 520868 h 520867"/>
              <a:gd name="connsiteX3" fmla="*/ 39888 w 706967"/>
              <a:gd name="connsiteY3" fmla="*/ 24458 h 5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967" h="520867">
                <a:moveTo>
                  <a:pt x="39888" y="24458"/>
                </a:moveTo>
                <a:cubicBezTo>
                  <a:pt x="466191" y="-57991"/>
                  <a:pt x="858459" y="61483"/>
                  <a:pt x="648711" y="482697"/>
                </a:cubicBezTo>
                <a:lnTo>
                  <a:pt x="0" y="520868"/>
                </a:lnTo>
                <a:lnTo>
                  <a:pt x="39888" y="2445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37"/>
            </p:custDataLst>
          </p:nvPr>
        </p:nvSpPr>
        <p:spPr>
          <a:xfrm flipH="1">
            <a:off x="10518054" y="4602435"/>
            <a:ext cx="619426" cy="872785"/>
          </a:xfrm>
          <a:custGeom>
            <a:avLst/>
            <a:gdLst>
              <a:gd name="connsiteX0" fmla="*/ 829064 w 829064"/>
              <a:gd name="connsiteY0" fmla="*/ 1122027 h 1168109"/>
              <a:gd name="connsiteX1" fmla="*/ 549273 w 829064"/>
              <a:gd name="connsiteY1" fmla="*/ 0 h 1168109"/>
              <a:gd name="connsiteX2" fmla="*/ 829064 w 829064"/>
              <a:gd name="connsiteY2" fmla="*/ 1122027 h 1168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9064" h="1168109">
                <a:moveTo>
                  <a:pt x="829064" y="1122027"/>
                </a:moveTo>
                <a:cubicBezTo>
                  <a:pt x="-322164" y="1419695"/>
                  <a:pt x="-136082" y="185001"/>
                  <a:pt x="549273" y="0"/>
                </a:cubicBezTo>
                <a:lnTo>
                  <a:pt x="829064" y="11220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38"/>
            </p:custDataLst>
          </p:nvPr>
        </p:nvSpPr>
        <p:spPr>
          <a:xfrm flipH="1">
            <a:off x="9743784" y="2985636"/>
            <a:ext cx="1342628" cy="2222189"/>
          </a:xfrm>
          <a:custGeom>
            <a:avLst/>
            <a:gdLst>
              <a:gd name="connsiteX0" fmla="*/ 812370 w 1797027"/>
              <a:gd name="connsiteY0" fmla="*/ 2974113 h 2974112"/>
              <a:gd name="connsiteX1" fmla="*/ 22364 w 1797027"/>
              <a:gd name="connsiteY1" fmla="*/ 2890519 h 2974112"/>
              <a:gd name="connsiteX2" fmla="*/ 936998 w 1797027"/>
              <a:gd name="connsiteY2" fmla="*/ 190261 h 2974112"/>
              <a:gd name="connsiteX3" fmla="*/ 1576802 w 1797027"/>
              <a:gd name="connsiteY3" fmla="*/ 75558 h 2974112"/>
              <a:gd name="connsiteX4" fmla="*/ 1576802 w 1797027"/>
              <a:gd name="connsiteY4" fmla="*/ 75558 h 2974112"/>
              <a:gd name="connsiteX5" fmla="*/ 1775162 w 1797027"/>
              <a:gd name="connsiteY5" fmla="*/ 620763 h 2974112"/>
              <a:gd name="connsiteX6" fmla="*/ 812307 w 1797027"/>
              <a:gd name="connsiteY6" fmla="*/ 2974113 h 297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7027" h="2974112">
                <a:moveTo>
                  <a:pt x="812370" y="2974113"/>
                </a:moveTo>
                <a:lnTo>
                  <a:pt x="22364" y="2890519"/>
                </a:lnTo>
                <a:cubicBezTo>
                  <a:pt x="-100291" y="1919393"/>
                  <a:pt x="292295" y="1044712"/>
                  <a:pt x="936998" y="190261"/>
                </a:cubicBezTo>
                <a:cubicBezTo>
                  <a:pt x="1087581" y="-9244"/>
                  <a:pt x="1366354" y="-59248"/>
                  <a:pt x="1576802" y="75558"/>
                </a:cubicBezTo>
                <a:lnTo>
                  <a:pt x="1576802" y="75558"/>
                </a:lnTo>
                <a:cubicBezTo>
                  <a:pt x="1758304" y="191788"/>
                  <a:pt x="1839543" y="415086"/>
                  <a:pt x="1775162" y="620763"/>
                </a:cubicBezTo>
                <a:lnTo>
                  <a:pt x="812307" y="2974113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39"/>
            </p:custDataLst>
          </p:nvPr>
        </p:nvSpPr>
        <p:spPr>
          <a:xfrm flipH="1">
            <a:off x="8142107" y="3584325"/>
            <a:ext cx="967928" cy="1402373"/>
          </a:xfrm>
          <a:custGeom>
            <a:avLst/>
            <a:gdLst>
              <a:gd name="connsiteX0" fmla="*/ 1259442 w 1295513"/>
              <a:gd name="connsiteY0" fmla="*/ 21608 h 1876894"/>
              <a:gd name="connsiteX1" fmla="*/ 1295513 w 1295513"/>
              <a:gd name="connsiteY1" fmla="*/ 830508 h 1876894"/>
              <a:gd name="connsiteX2" fmla="*/ 0 w 1295513"/>
              <a:gd name="connsiteY2" fmla="*/ 1876894 h 1876894"/>
              <a:gd name="connsiteX3" fmla="*/ 111777 w 1295513"/>
              <a:gd name="connsiteY3" fmla="*/ 996360 h 1876894"/>
              <a:gd name="connsiteX4" fmla="*/ 1221907 w 1295513"/>
              <a:gd name="connsiteY4" fmla="*/ 5767 h 1876894"/>
              <a:gd name="connsiteX5" fmla="*/ 1259506 w 1295513"/>
              <a:gd name="connsiteY5" fmla="*/ 21608 h 187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5513" h="1876894">
                <a:moveTo>
                  <a:pt x="1259442" y="21608"/>
                </a:moveTo>
                <a:lnTo>
                  <a:pt x="1295513" y="830508"/>
                </a:lnTo>
                <a:lnTo>
                  <a:pt x="0" y="1876894"/>
                </a:lnTo>
                <a:lnTo>
                  <a:pt x="111777" y="996360"/>
                </a:lnTo>
                <a:lnTo>
                  <a:pt x="1221907" y="5767"/>
                </a:lnTo>
                <a:cubicBezTo>
                  <a:pt x="1236094" y="-6893"/>
                  <a:pt x="1258679" y="2586"/>
                  <a:pt x="1259506" y="216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0"/>
            </p:custDataLst>
          </p:nvPr>
        </p:nvSpPr>
        <p:spPr>
          <a:xfrm flipH="1">
            <a:off x="8168725" y="3543001"/>
            <a:ext cx="1069787" cy="1404623"/>
          </a:xfrm>
          <a:custGeom>
            <a:avLst/>
            <a:gdLst>
              <a:gd name="connsiteX0" fmla="*/ 105606 w 1431846"/>
              <a:gd name="connsiteY0" fmla="*/ 966036 h 1879906"/>
              <a:gd name="connsiteX1" fmla="*/ 1188254 w 1431846"/>
              <a:gd name="connsiteY1" fmla="*/ 0 h 1879906"/>
              <a:gd name="connsiteX2" fmla="*/ 1270130 w 1431846"/>
              <a:gd name="connsiteY2" fmla="*/ 32254 h 1879906"/>
              <a:gd name="connsiteX3" fmla="*/ 1266122 w 1431846"/>
              <a:gd name="connsiteY3" fmla="*/ 72588 h 1879906"/>
              <a:gd name="connsiteX4" fmla="*/ 1309891 w 1431846"/>
              <a:gd name="connsiteY4" fmla="*/ 47904 h 1879906"/>
              <a:gd name="connsiteX5" fmla="*/ 1395775 w 1431846"/>
              <a:gd name="connsiteY5" fmla="*/ 81685 h 1879906"/>
              <a:gd name="connsiteX6" fmla="*/ 1431846 w 1431846"/>
              <a:gd name="connsiteY6" fmla="*/ 891031 h 1879906"/>
              <a:gd name="connsiteX7" fmla="*/ 207521 w 1431846"/>
              <a:gd name="connsiteY7" fmla="*/ 1879906 h 1879906"/>
              <a:gd name="connsiteX8" fmla="*/ 0 w 1431846"/>
              <a:gd name="connsiteY8" fmla="*/ 1798157 h 1879906"/>
              <a:gd name="connsiteX9" fmla="*/ 105606 w 1431846"/>
              <a:gd name="connsiteY9" fmla="*/ 966036 h 187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1846" h="1879906">
                <a:moveTo>
                  <a:pt x="105606" y="966036"/>
                </a:moveTo>
                <a:lnTo>
                  <a:pt x="1188254" y="0"/>
                </a:lnTo>
                <a:lnTo>
                  <a:pt x="1270130" y="32254"/>
                </a:lnTo>
                <a:lnTo>
                  <a:pt x="1266122" y="72588"/>
                </a:lnTo>
                <a:lnTo>
                  <a:pt x="1309891" y="47904"/>
                </a:lnTo>
                <a:lnTo>
                  <a:pt x="1395775" y="81685"/>
                </a:lnTo>
                <a:lnTo>
                  <a:pt x="1431846" y="891031"/>
                </a:lnTo>
                <a:lnTo>
                  <a:pt x="207521" y="1879906"/>
                </a:lnTo>
                <a:lnTo>
                  <a:pt x="0" y="1798157"/>
                </a:lnTo>
                <a:lnTo>
                  <a:pt x="105606" y="96603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1"/>
            </p:custDataLst>
          </p:nvPr>
        </p:nvSpPr>
        <p:spPr>
          <a:xfrm flipH="1">
            <a:off x="8259842" y="3578795"/>
            <a:ext cx="40628" cy="474292"/>
          </a:xfrm>
          <a:custGeom>
            <a:avLst/>
            <a:gdLst>
              <a:gd name="connsiteX0" fmla="*/ 10609 w 54378"/>
              <a:gd name="connsiteY0" fmla="*/ 24684 h 634778"/>
              <a:gd name="connsiteX1" fmla="*/ 54378 w 54378"/>
              <a:gd name="connsiteY1" fmla="*/ 634779 h 634778"/>
              <a:gd name="connsiteX2" fmla="*/ 54378 w 54378"/>
              <a:gd name="connsiteY2" fmla="*/ 0 h 634778"/>
              <a:gd name="connsiteX3" fmla="*/ 10609 w 54378"/>
              <a:gd name="connsiteY3" fmla="*/ 24684 h 6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78" h="634778">
                <a:moveTo>
                  <a:pt x="10609" y="24684"/>
                </a:moveTo>
                <a:cubicBezTo>
                  <a:pt x="10609" y="24684"/>
                  <a:pt x="-32269" y="282209"/>
                  <a:pt x="54378" y="634779"/>
                </a:cubicBezTo>
                <a:lnTo>
                  <a:pt x="54378" y="0"/>
                </a:lnTo>
                <a:cubicBezTo>
                  <a:pt x="54378" y="0"/>
                  <a:pt x="10609" y="24684"/>
                  <a:pt x="10609" y="24684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42"/>
            </p:custDataLst>
          </p:nvPr>
        </p:nvSpPr>
        <p:spPr>
          <a:xfrm flipH="1">
            <a:off x="8168725" y="3544998"/>
            <a:ext cx="1150115" cy="1458717"/>
          </a:xfrm>
          <a:custGeom>
            <a:avLst/>
            <a:gdLst>
              <a:gd name="connsiteX0" fmla="*/ 1292778 w 1539360"/>
              <a:gd name="connsiteY0" fmla="*/ 0 h 1952303"/>
              <a:gd name="connsiteX1" fmla="*/ 1361549 w 1539360"/>
              <a:gd name="connsiteY1" fmla="*/ 821306 h 1952303"/>
              <a:gd name="connsiteX2" fmla="*/ 1539360 w 1539360"/>
              <a:gd name="connsiteY2" fmla="*/ 888359 h 1952303"/>
              <a:gd name="connsiteX3" fmla="*/ 0 w 1539360"/>
              <a:gd name="connsiteY3" fmla="*/ 1952303 h 1952303"/>
              <a:gd name="connsiteX4" fmla="*/ 147212 w 1539360"/>
              <a:gd name="connsiteY4" fmla="*/ 1022275 h 1952303"/>
              <a:gd name="connsiteX5" fmla="*/ 1292841 w 1539360"/>
              <a:gd name="connsiteY5" fmla="*/ 64 h 195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9360" h="1952303">
                <a:moveTo>
                  <a:pt x="1292778" y="0"/>
                </a:moveTo>
                <a:cubicBezTo>
                  <a:pt x="1292778" y="0"/>
                  <a:pt x="1243156" y="524593"/>
                  <a:pt x="1361549" y="821306"/>
                </a:cubicBezTo>
                <a:lnTo>
                  <a:pt x="1539360" y="888359"/>
                </a:lnTo>
                <a:lnTo>
                  <a:pt x="0" y="1952303"/>
                </a:lnTo>
                <a:lnTo>
                  <a:pt x="147212" y="1022275"/>
                </a:lnTo>
                <a:lnTo>
                  <a:pt x="1292841" y="6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43"/>
            </p:custDataLst>
          </p:nvPr>
        </p:nvSpPr>
        <p:spPr>
          <a:xfrm flipH="1">
            <a:off x="8351149" y="3791318"/>
            <a:ext cx="1003719" cy="483038"/>
          </a:xfrm>
          <a:custGeom>
            <a:avLst/>
            <a:gdLst>
              <a:gd name="connsiteX0" fmla="*/ 1343418 w 1343417"/>
              <a:gd name="connsiteY0" fmla="*/ 464219 h 646484"/>
              <a:gd name="connsiteX1" fmla="*/ 198106 w 1343417"/>
              <a:gd name="connsiteY1" fmla="*/ 0 h 646484"/>
              <a:gd name="connsiteX2" fmla="*/ 0 w 1343417"/>
              <a:gd name="connsiteY2" fmla="*/ 277946 h 646484"/>
              <a:gd name="connsiteX3" fmla="*/ 1208102 w 1343417"/>
              <a:gd name="connsiteY3" fmla="*/ 646484 h 646484"/>
              <a:gd name="connsiteX4" fmla="*/ 1343418 w 1343417"/>
              <a:gd name="connsiteY4" fmla="*/ 464219 h 646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417" h="646484">
                <a:moveTo>
                  <a:pt x="1343418" y="464219"/>
                </a:moveTo>
                <a:lnTo>
                  <a:pt x="198106" y="0"/>
                </a:lnTo>
                <a:lnTo>
                  <a:pt x="0" y="277946"/>
                </a:lnTo>
                <a:lnTo>
                  <a:pt x="1208102" y="646484"/>
                </a:lnTo>
                <a:lnTo>
                  <a:pt x="1343418" y="46421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4"/>
            </p:custDataLst>
          </p:nvPr>
        </p:nvSpPr>
        <p:spPr>
          <a:xfrm flipH="1">
            <a:off x="8238501" y="3838753"/>
            <a:ext cx="1904437" cy="1148372"/>
          </a:xfrm>
          <a:custGeom>
            <a:avLst/>
            <a:gdLst>
              <a:gd name="connsiteX0" fmla="*/ 2548975 w 2548974"/>
              <a:gd name="connsiteY0" fmla="*/ 514673 h 1536947"/>
              <a:gd name="connsiteX1" fmla="*/ 1112421 w 2548974"/>
              <a:gd name="connsiteY1" fmla="*/ 4076 h 1536947"/>
              <a:gd name="connsiteX2" fmla="*/ 1035698 w 2548974"/>
              <a:gd name="connsiteY2" fmla="*/ 23734 h 1536947"/>
              <a:gd name="connsiteX3" fmla="*/ 0 w 2548974"/>
              <a:gd name="connsiteY3" fmla="*/ 1182978 h 1536947"/>
              <a:gd name="connsiteX4" fmla="*/ 20549 w 2548974"/>
              <a:gd name="connsiteY4" fmla="*/ 1244560 h 1536947"/>
              <a:gd name="connsiteX5" fmla="*/ 1403345 w 2548974"/>
              <a:gd name="connsiteY5" fmla="*/ 1536948 h 1536947"/>
              <a:gd name="connsiteX6" fmla="*/ 2548975 w 2548974"/>
              <a:gd name="connsiteY6" fmla="*/ 514737 h 1536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974" h="1536947">
                <a:moveTo>
                  <a:pt x="2548975" y="514673"/>
                </a:moveTo>
                <a:lnTo>
                  <a:pt x="1112421" y="4076"/>
                </a:lnTo>
                <a:cubicBezTo>
                  <a:pt x="1085256" y="-5530"/>
                  <a:pt x="1054911" y="2168"/>
                  <a:pt x="1035698" y="23734"/>
                </a:cubicBezTo>
                <a:lnTo>
                  <a:pt x="0" y="1182978"/>
                </a:lnTo>
                <a:lnTo>
                  <a:pt x="20549" y="1244560"/>
                </a:lnTo>
                <a:lnTo>
                  <a:pt x="1403345" y="1536948"/>
                </a:lnTo>
                <a:lnTo>
                  <a:pt x="2548975" y="5147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任意多边形: 形状 89"/>
          <p:cNvSpPr/>
          <p:nvPr>
            <p:custDataLst>
              <p:tags r:id="rId45"/>
            </p:custDataLst>
          </p:nvPr>
        </p:nvSpPr>
        <p:spPr>
          <a:xfrm flipH="1">
            <a:off x="8350912" y="3884775"/>
            <a:ext cx="1776719" cy="1101923"/>
          </a:xfrm>
          <a:custGeom>
            <a:avLst/>
            <a:gdLst>
              <a:gd name="connsiteX0" fmla="*/ 2378034 w 2378033"/>
              <a:gd name="connsiteY0" fmla="*/ 452507 h 1474781"/>
              <a:gd name="connsiteX1" fmla="*/ 1112421 w 2378033"/>
              <a:gd name="connsiteY1" fmla="*/ 4065 h 1474781"/>
              <a:gd name="connsiteX2" fmla="*/ 1035698 w 2378033"/>
              <a:gd name="connsiteY2" fmla="*/ 23723 h 1474781"/>
              <a:gd name="connsiteX3" fmla="*/ 0 w 2378033"/>
              <a:gd name="connsiteY3" fmla="*/ 1182967 h 1474781"/>
              <a:gd name="connsiteX4" fmla="*/ 1232341 w 2378033"/>
              <a:gd name="connsiteY4" fmla="*/ 1474782 h 1474781"/>
              <a:gd name="connsiteX5" fmla="*/ 2377970 w 2378033"/>
              <a:gd name="connsiteY5" fmla="*/ 452571 h 147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8033" h="1474781">
                <a:moveTo>
                  <a:pt x="2378034" y="452507"/>
                </a:moveTo>
                <a:lnTo>
                  <a:pt x="1112421" y="4065"/>
                </a:lnTo>
                <a:cubicBezTo>
                  <a:pt x="1085256" y="-5541"/>
                  <a:pt x="1054911" y="2220"/>
                  <a:pt x="1035698" y="23723"/>
                </a:cubicBezTo>
                <a:lnTo>
                  <a:pt x="0" y="1182967"/>
                </a:lnTo>
                <a:lnTo>
                  <a:pt x="1232341" y="1474782"/>
                </a:lnTo>
                <a:lnTo>
                  <a:pt x="2377970" y="452571"/>
                </a:lnTo>
                <a:close/>
              </a:path>
            </a:pathLst>
          </a:custGeom>
          <a:solidFill>
            <a:schemeClr val="accent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6"/>
            </p:custDataLst>
          </p:nvPr>
        </p:nvSpPr>
        <p:spPr>
          <a:xfrm flipH="1">
            <a:off x="8142107" y="4204862"/>
            <a:ext cx="1064749" cy="781835"/>
          </a:xfrm>
          <a:custGeom>
            <a:avLst/>
            <a:gdLst>
              <a:gd name="connsiteX0" fmla="*/ 1145630 w 1425102"/>
              <a:gd name="connsiteY0" fmla="*/ 24111 h 1046385"/>
              <a:gd name="connsiteX1" fmla="*/ 1425103 w 1425102"/>
              <a:gd name="connsiteY1" fmla="*/ 0 h 1046385"/>
              <a:gd name="connsiteX2" fmla="*/ 129526 w 1425102"/>
              <a:gd name="connsiteY2" fmla="*/ 1046386 h 1046385"/>
              <a:gd name="connsiteX3" fmla="*/ 0 w 1425102"/>
              <a:gd name="connsiteY3" fmla="*/ 1046386 h 1046385"/>
              <a:gd name="connsiteX4" fmla="*/ 1145630 w 1425102"/>
              <a:gd name="connsiteY4" fmla="*/ 24111 h 104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102" h="1046385">
                <a:moveTo>
                  <a:pt x="1145630" y="24111"/>
                </a:moveTo>
                <a:lnTo>
                  <a:pt x="1425103" y="0"/>
                </a:lnTo>
                <a:lnTo>
                  <a:pt x="129526" y="1046386"/>
                </a:lnTo>
                <a:lnTo>
                  <a:pt x="0" y="1046386"/>
                </a:lnTo>
                <a:lnTo>
                  <a:pt x="1145630" y="241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任意多边形: 形状 91"/>
          <p:cNvSpPr/>
          <p:nvPr>
            <p:custDataLst>
              <p:tags r:id="rId47"/>
            </p:custDataLst>
          </p:nvPr>
        </p:nvSpPr>
        <p:spPr>
          <a:xfrm flipH="1">
            <a:off x="8319970" y="3505308"/>
            <a:ext cx="598039" cy="644938"/>
          </a:xfrm>
          <a:custGeom>
            <a:avLst/>
            <a:gdLst>
              <a:gd name="connsiteX0" fmla="*/ 800439 w 800439"/>
              <a:gd name="connsiteY0" fmla="*/ 863166 h 863166"/>
              <a:gd name="connsiteX1" fmla="*/ 652464 w 800439"/>
              <a:gd name="connsiteY1" fmla="*/ 0 h 863166"/>
              <a:gd name="connsiteX2" fmla="*/ 0 w 800439"/>
              <a:gd name="connsiteY2" fmla="*/ 539479 h 863166"/>
              <a:gd name="connsiteX3" fmla="*/ 800439 w 800439"/>
              <a:gd name="connsiteY3" fmla="*/ 863166 h 86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439" h="863166">
                <a:moveTo>
                  <a:pt x="800439" y="863166"/>
                </a:moveTo>
                <a:cubicBezTo>
                  <a:pt x="800439" y="863166"/>
                  <a:pt x="530827" y="539352"/>
                  <a:pt x="652464" y="0"/>
                </a:cubicBezTo>
                <a:lnTo>
                  <a:pt x="0" y="539479"/>
                </a:lnTo>
                <a:lnTo>
                  <a:pt x="800439" y="86316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3" name="任意多边形: 形状 92"/>
          <p:cNvSpPr/>
          <p:nvPr>
            <p:custDataLst>
              <p:tags r:id="rId48"/>
            </p:custDataLst>
          </p:nvPr>
        </p:nvSpPr>
        <p:spPr>
          <a:xfrm flipH="1">
            <a:off x="8440794" y="4668079"/>
            <a:ext cx="849717" cy="460364"/>
          </a:xfrm>
          <a:custGeom>
            <a:avLst/>
            <a:gdLst>
              <a:gd name="connsiteX0" fmla="*/ 328395 w 1137295"/>
              <a:gd name="connsiteY0" fmla="*/ 616138 h 616138"/>
              <a:gd name="connsiteX1" fmla="*/ 1137296 w 1137295"/>
              <a:gd name="connsiteY1" fmla="*/ 64063 h 616138"/>
              <a:gd name="connsiteX2" fmla="*/ 353588 w 1137295"/>
              <a:gd name="connsiteY2" fmla="*/ 148611 h 616138"/>
              <a:gd name="connsiteX3" fmla="*/ 238249 w 1137295"/>
              <a:gd name="connsiteY3" fmla="*/ 0 h 616138"/>
              <a:gd name="connsiteX4" fmla="*/ 0 w 1137295"/>
              <a:gd name="connsiteY4" fmla="*/ 59482 h 616138"/>
              <a:gd name="connsiteX5" fmla="*/ 79395 w 1137295"/>
              <a:gd name="connsiteY5" fmla="*/ 243465 h 616138"/>
              <a:gd name="connsiteX6" fmla="*/ 22966 w 1137295"/>
              <a:gd name="connsiteY6" fmla="*/ 425412 h 616138"/>
              <a:gd name="connsiteX7" fmla="*/ 328395 w 1137295"/>
              <a:gd name="connsiteY7" fmla="*/ 616138 h 61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7295" h="616138">
                <a:moveTo>
                  <a:pt x="328395" y="616138"/>
                </a:moveTo>
                <a:lnTo>
                  <a:pt x="1137296" y="64063"/>
                </a:lnTo>
                <a:lnTo>
                  <a:pt x="353588" y="148611"/>
                </a:lnTo>
                <a:lnTo>
                  <a:pt x="238249" y="0"/>
                </a:lnTo>
                <a:lnTo>
                  <a:pt x="0" y="59482"/>
                </a:lnTo>
                <a:lnTo>
                  <a:pt x="79395" y="243465"/>
                </a:lnTo>
                <a:lnTo>
                  <a:pt x="22966" y="425412"/>
                </a:lnTo>
                <a:lnTo>
                  <a:pt x="328395" y="616138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49"/>
            </p:custDataLst>
          </p:nvPr>
        </p:nvSpPr>
        <p:spPr>
          <a:xfrm flipH="1">
            <a:off x="9092050" y="4611239"/>
            <a:ext cx="205480" cy="169762"/>
          </a:xfrm>
          <a:custGeom>
            <a:avLst/>
            <a:gdLst>
              <a:gd name="connsiteX0" fmla="*/ 182500 w 275023"/>
              <a:gd name="connsiteY0" fmla="*/ 223093 h 227204"/>
              <a:gd name="connsiteX1" fmla="*/ 43813 w 275023"/>
              <a:gd name="connsiteY1" fmla="*/ 172262 h 227204"/>
              <a:gd name="connsiteX2" fmla="*/ 11814 w 275023"/>
              <a:gd name="connsiteY2" fmla="*/ 71682 h 227204"/>
              <a:gd name="connsiteX3" fmla="*/ 19448 w 275023"/>
              <a:gd name="connsiteY3" fmla="*/ 60613 h 227204"/>
              <a:gd name="connsiteX4" fmla="*/ 224870 w 275023"/>
              <a:gd name="connsiteY4" fmla="*/ 32748 h 227204"/>
              <a:gd name="connsiteX5" fmla="*/ 224870 w 275023"/>
              <a:gd name="connsiteY5" fmla="*/ 32748 h 227204"/>
              <a:gd name="connsiteX6" fmla="*/ 269593 w 275023"/>
              <a:gd name="connsiteY6" fmla="*/ 178815 h 227204"/>
              <a:gd name="connsiteX7" fmla="*/ 269593 w 275023"/>
              <a:gd name="connsiteY7" fmla="*/ 178815 h 227204"/>
              <a:gd name="connsiteX8" fmla="*/ 182437 w 275023"/>
              <a:gd name="connsiteY8" fmla="*/ 223093 h 22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23" h="227204">
                <a:moveTo>
                  <a:pt x="182500" y="223093"/>
                </a:moveTo>
                <a:lnTo>
                  <a:pt x="43813" y="172262"/>
                </a:lnTo>
                <a:cubicBezTo>
                  <a:pt x="2844" y="157248"/>
                  <a:pt x="-12934" y="107563"/>
                  <a:pt x="11814" y="71682"/>
                </a:cubicBezTo>
                <a:lnTo>
                  <a:pt x="19448" y="60613"/>
                </a:lnTo>
                <a:cubicBezTo>
                  <a:pt x="66334" y="-7394"/>
                  <a:pt x="161570" y="-20309"/>
                  <a:pt x="224870" y="32748"/>
                </a:cubicBezTo>
                <a:lnTo>
                  <a:pt x="224870" y="32748"/>
                </a:lnTo>
                <a:cubicBezTo>
                  <a:pt x="267303" y="68310"/>
                  <a:pt x="284861" y="125567"/>
                  <a:pt x="269593" y="178815"/>
                </a:cubicBezTo>
                <a:lnTo>
                  <a:pt x="269593" y="178815"/>
                </a:lnTo>
                <a:cubicBezTo>
                  <a:pt x="258905" y="216095"/>
                  <a:pt x="218826" y="236452"/>
                  <a:pt x="182437" y="223093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0"/>
            </p:custDataLst>
          </p:nvPr>
        </p:nvSpPr>
        <p:spPr>
          <a:xfrm flipH="1">
            <a:off x="8297007" y="4498743"/>
            <a:ext cx="618910" cy="297867"/>
          </a:xfrm>
          <a:custGeom>
            <a:avLst/>
            <a:gdLst>
              <a:gd name="connsiteX0" fmla="*/ 0 w 828373"/>
              <a:gd name="connsiteY0" fmla="*/ 398657 h 398656"/>
              <a:gd name="connsiteX1" fmla="*/ 635860 w 828373"/>
              <a:gd name="connsiteY1" fmla="*/ 290825 h 398656"/>
              <a:gd name="connsiteX2" fmla="*/ 643431 w 828373"/>
              <a:gd name="connsiteY2" fmla="*/ 272121 h 398656"/>
              <a:gd name="connsiteX3" fmla="*/ 808837 w 828373"/>
              <a:gd name="connsiteY3" fmla="*/ 117021 h 398656"/>
              <a:gd name="connsiteX4" fmla="*/ 828367 w 828373"/>
              <a:gd name="connsiteY4" fmla="*/ 89411 h 398656"/>
              <a:gd name="connsiteX5" fmla="*/ 827604 w 828373"/>
              <a:gd name="connsiteY5" fmla="*/ 83685 h 398656"/>
              <a:gd name="connsiteX6" fmla="*/ 721108 w 828373"/>
              <a:gd name="connsiteY6" fmla="*/ 28 h 398656"/>
              <a:gd name="connsiteX7" fmla="*/ 695915 w 828373"/>
              <a:gd name="connsiteY7" fmla="*/ 3781 h 398656"/>
              <a:gd name="connsiteX8" fmla="*/ 658126 w 828373"/>
              <a:gd name="connsiteY8" fmla="*/ 16823 h 398656"/>
              <a:gd name="connsiteX9" fmla="*/ 654309 w 828373"/>
              <a:gd name="connsiteY9" fmla="*/ 18159 h 398656"/>
              <a:gd name="connsiteX10" fmla="*/ 521221 w 828373"/>
              <a:gd name="connsiteY10" fmla="*/ 160027 h 398656"/>
              <a:gd name="connsiteX11" fmla="*/ 16477 w 828373"/>
              <a:gd name="connsiteY11" fmla="*/ 391214 h 398656"/>
              <a:gd name="connsiteX12" fmla="*/ 0 w 828373"/>
              <a:gd name="connsiteY12" fmla="*/ 398657 h 39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8373" h="398656">
                <a:moveTo>
                  <a:pt x="0" y="398657"/>
                </a:moveTo>
                <a:lnTo>
                  <a:pt x="635860" y="290825"/>
                </a:lnTo>
                <a:lnTo>
                  <a:pt x="643431" y="272121"/>
                </a:lnTo>
                <a:cubicBezTo>
                  <a:pt x="673140" y="198516"/>
                  <a:pt x="733577" y="141768"/>
                  <a:pt x="808837" y="117021"/>
                </a:cubicBezTo>
                <a:cubicBezTo>
                  <a:pt x="820924" y="112886"/>
                  <a:pt x="828622" y="101562"/>
                  <a:pt x="828367" y="89411"/>
                </a:cubicBezTo>
                <a:cubicBezTo>
                  <a:pt x="828367" y="87502"/>
                  <a:pt x="827986" y="85594"/>
                  <a:pt x="827604" y="83685"/>
                </a:cubicBezTo>
                <a:cubicBezTo>
                  <a:pt x="816216" y="33046"/>
                  <a:pt x="770984" y="-1117"/>
                  <a:pt x="721108" y="28"/>
                </a:cubicBezTo>
                <a:cubicBezTo>
                  <a:pt x="712774" y="219"/>
                  <a:pt x="704504" y="1682"/>
                  <a:pt x="695915" y="3781"/>
                </a:cubicBezTo>
                <a:lnTo>
                  <a:pt x="658126" y="16823"/>
                </a:lnTo>
                <a:lnTo>
                  <a:pt x="654309" y="18159"/>
                </a:lnTo>
                <a:cubicBezTo>
                  <a:pt x="589228" y="40743"/>
                  <a:pt x="539543" y="93673"/>
                  <a:pt x="521221" y="160027"/>
                </a:cubicBezTo>
                <a:lnTo>
                  <a:pt x="16477" y="391214"/>
                </a:lnTo>
                <a:lnTo>
                  <a:pt x="0" y="3986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 flipH="1">
            <a:off x="8369492" y="4511313"/>
            <a:ext cx="369988" cy="305262"/>
          </a:xfrm>
          <a:custGeom>
            <a:avLst/>
            <a:gdLst>
              <a:gd name="connsiteX0" fmla="*/ 0 w 495206"/>
              <a:gd name="connsiteY0" fmla="*/ 408553 h 408553"/>
              <a:gd name="connsiteX1" fmla="*/ 289906 w 495206"/>
              <a:gd name="connsiteY1" fmla="*/ 308483 h 408553"/>
              <a:gd name="connsiteX2" fmla="*/ 475671 w 495206"/>
              <a:gd name="connsiteY2" fmla="*/ 112031 h 408553"/>
              <a:gd name="connsiteX3" fmla="*/ 495201 w 495206"/>
              <a:gd name="connsiteY3" fmla="*/ 84421 h 408553"/>
              <a:gd name="connsiteX4" fmla="*/ 494437 w 495206"/>
              <a:gd name="connsiteY4" fmla="*/ 78695 h 408553"/>
              <a:gd name="connsiteX5" fmla="*/ 421977 w 495206"/>
              <a:gd name="connsiteY5" fmla="*/ 0 h 408553"/>
              <a:gd name="connsiteX6" fmla="*/ 418160 w 495206"/>
              <a:gd name="connsiteY6" fmla="*/ 1336 h 408553"/>
              <a:gd name="connsiteX7" fmla="*/ 285071 w 495206"/>
              <a:gd name="connsiteY7" fmla="*/ 143203 h 408553"/>
              <a:gd name="connsiteX8" fmla="*/ 230169 w 495206"/>
              <a:gd name="connsiteY8" fmla="*/ 277755 h 408553"/>
              <a:gd name="connsiteX9" fmla="*/ 0 w 495206"/>
              <a:gd name="connsiteY9" fmla="*/ 408553 h 40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5206" h="408553">
                <a:moveTo>
                  <a:pt x="0" y="408553"/>
                </a:moveTo>
                <a:lnTo>
                  <a:pt x="289906" y="308483"/>
                </a:lnTo>
                <a:cubicBezTo>
                  <a:pt x="377572" y="192253"/>
                  <a:pt x="400411" y="136778"/>
                  <a:pt x="475671" y="112031"/>
                </a:cubicBezTo>
                <a:cubicBezTo>
                  <a:pt x="487758" y="107896"/>
                  <a:pt x="495456" y="96572"/>
                  <a:pt x="495201" y="84421"/>
                </a:cubicBezTo>
                <a:cubicBezTo>
                  <a:pt x="495201" y="82512"/>
                  <a:pt x="494819" y="80604"/>
                  <a:pt x="494437" y="78695"/>
                </a:cubicBezTo>
                <a:cubicBezTo>
                  <a:pt x="485913" y="39824"/>
                  <a:pt x="457094" y="10751"/>
                  <a:pt x="421977" y="0"/>
                </a:cubicBezTo>
                <a:lnTo>
                  <a:pt x="418160" y="1336"/>
                </a:lnTo>
                <a:cubicBezTo>
                  <a:pt x="353079" y="23920"/>
                  <a:pt x="303393" y="76850"/>
                  <a:pt x="285071" y="143203"/>
                </a:cubicBezTo>
                <a:lnTo>
                  <a:pt x="230169" y="277755"/>
                </a:lnTo>
                <a:lnTo>
                  <a:pt x="0" y="408553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 flipH="1">
            <a:off x="8423740" y="4501710"/>
            <a:ext cx="618942" cy="297847"/>
          </a:xfrm>
          <a:custGeom>
            <a:avLst/>
            <a:gdLst>
              <a:gd name="connsiteX0" fmla="*/ 635987 w 828417"/>
              <a:gd name="connsiteY0" fmla="*/ 290544 h 398630"/>
              <a:gd name="connsiteX1" fmla="*/ 808837 w 828417"/>
              <a:gd name="connsiteY1" fmla="*/ 116867 h 398630"/>
              <a:gd name="connsiteX2" fmla="*/ 808837 w 828417"/>
              <a:gd name="connsiteY2" fmla="*/ 116867 h 398630"/>
              <a:gd name="connsiteX3" fmla="*/ 827732 w 828417"/>
              <a:gd name="connsiteY3" fmla="*/ 83595 h 398630"/>
              <a:gd name="connsiteX4" fmla="*/ 827732 w 828417"/>
              <a:gd name="connsiteY4" fmla="*/ 83595 h 398630"/>
              <a:gd name="connsiteX5" fmla="*/ 696043 w 828417"/>
              <a:gd name="connsiteY5" fmla="*/ 3564 h 398630"/>
              <a:gd name="connsiteX6" fmla="*/ 654437 w 828417"/>
              <a:gd name="connsiteY6" fmla="*/ 18069 h 398630"/>
              <a:gd name="connsiteX7" fmla="*/ 521157 w 828417"/>
              <a:gd name="connsiteY7" fmla="*/ 160064 h 398630"/>
              <a:gd name="connsiteX8" fmla="*/ 521157 w 828417"/>
              <a:gd name="connsiteY8" fmla="*/ 160064 h 398630"/>
              <a:gd name="connsiteX9" fmla="*/ 0 w 828417"/>
              <a:gd name="connsiteY9" fmla="*/ 398631 h 398630"/>
              <a:gd name="connsiteX10" fmla="*/ 635987 w 828417"/>
              <a:gd name="connsiteY10" fmla="*/ 290671 h 39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417" h="398630">
                <a:moveTo>
                  <a:pt x="635987" y="290544"/>
                </a:moveTo>
                <a:cubicBezTo>
                  <a:pt x="635987" y="290544"/>
                  <a:pt x="738094" y="165153"/>
                  <a:pt x="808837" y="116867"/>
                </a:cubicBezTo>
                <a:lnTo>
                  <a:pt x="808837" y="116867"/>
                </a:lnTo>
                <a:cubicBezTo>
                  <a:pt x="822769" y="112287"/>
                  <a:pt x="830912" y="97846"/>
                  <a:pt x="827732" y="83595"/>
                </a:cubicBezTo>
                <a:lnTo>
                  <a:pt x="827732" y="83595"/>
                </a:lnTo>
                <a:cubicBezTo>
                  <a:pt x="814499" y="24430"/>
                  <a:pt x="754698" y="-11895"/>
                  <a:pt x="696043" y="3564"/>
                </a:cubicBezTo>
                <a:lnTo>
                  <a:pt x="654437" y="18069"/>
                </a:lnTo>
                <a:cubicBezTo>
                  <a:pt x="590246" y="58657"/>
                  <a:pt x="555638" y="98609"/>
                  <a:pt x="521157" y="160064"/>
                </a:cubicBezTo>
                <a:lnTo>
                  <a:pt x="521157" y="160064"/>
                </a:lnTo>
                <a:lnTo>
                  <a:pt x="0" y="398631"/>
                </a:lnTo>
                <a:lnTo>
                  <a:pt x="635987" y="290671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8" name="任意多边形: 形状 97"/>
          <p:cNvSpPr/>
          <p:nvPr>
            <p:custDataLst>
              <p:tags r:id="rId53"/>
            </p:custDataLst>
          </p:nvPr>
        </p:nvSpPr>
        <p:spPr>
          <a:xfrm flipH="1">
            <a:off x="9029422" y="4756982"/>
            <a:ext cx="1767419" cy="699325"/>
          </a:xfrm>
          <a:custGeom>
            <a:avLst/>
            <a:gdLst>
              <a:gd name="connsiteX0" fmla="*/ 654901 w 2365584"/>
              <a:gd name="connsiteY0" fmla="*/ 3225 h 935956"/>
              <a:gd name="connsiteX1" fmla="*/ 2135860 w 2365584"/>
              <a:gd name="connsiteY1" fmla="*/ 153173 h 935956"/>
              <a:gd name="connsiteX2" fmla="*/ 2365584 w 2365584"/>
              <a:gd name="connsiteY2" fmla="*/ 485576 h 935956"/>
              <a:gd name="connsiteX3" fmla="*/ 403929 w 2365584"/>
              <a:gd name="connsiteY3" fmla="*/ 930519 h 935956"/>
              <a:gd name="connsiteX4" fmla="*/ 190873 w 2365584"/>
              <a:gd name="connsiteY4" fmla="*/ 142358 h 935956"/>
              <a:gd name="connsiteX5" fmla="*/ 244503 w 2365584"/>
              <a:gd name="connsiteY5" fmla="*/ 106223 h 935956"/>
              <a:gd name="connsiteX6" fmla="*/ 654965 w 2365584"/>
              <a:gd name="connsiteY6" fmla="*/ 3162 h 935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5584" h="935956">
                <a:moveTo>
                  <a:pt x="654901" y="3225"/>
                </a:moveTo>
                <a:lnTo>
                  <a:pt x="2135860" y="153173"/>
                </a:lnTo>
                <a:lnTo>
                  <a:pt x="2365584" y="485576"/>
                </a:lnTo>
                <a:cubicBezTo>
                  <a:pt x="2365584" y="485576"/>
                  <a:pt x="1353043" y="993691"/>
                  <a:pt x="403929" y="930519"/>
                </a:cubicBezTo>
                <a:cubicBezTo>
                  <a:pt x="-6533" y="903227"/>
                  <a:pt x="-150310" y="372209"/>
                  <a:pt x="190873" y="142358"/>
                </a:cubicBezTo>
                <a:lnTo>
                  <a:pt x="244503" y="106223"/>
                </a:lnTo>
                <a:cubicBezTo>
                  <a:pt x="365058" y="24983"/>
                  <a:pt x="510298" y="-11470"/>
                  <a:pt x="654965" y="316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54"/>
            </p:custDataLst>
          </p:nvPr>
        </p:nvSpPr>
        <p:spPr>
          <a:xfrm flipH="1">
            <a:off x="9227531" y="5778041"/>
            <a:ext cx="1338767" cy="446722"/>
          </a:xfrm>
          <a:custGeom>
            <a:avLst/>
            <a:gdLst>
              <a:gd name="connsiteX0" fmla="*/ 0 w 1791859"/>
              <a:gd name="connsiteY0" fmla="*/ 362240 h 597880"/>
              <a:gd name="connsiteX1" fmla="*/ 1699041 w 1791859"/>
              <a:gd name="connsiteY1" fmla="*/ 597880 h 597880"/>
              <a:gd name="connsiteX2" fmla="*/ 1791859 w 1791859"/>
              <a:gd name="connsiteY2" fmla="*/ 191 h 597880"/>
              <a:gd name="connsiteX3" fmla="*/ 129653 w 1791859"/>
              <a:gd name="connsiteY3" fmla="*/ 0 h 597880"/>
              <a:gd name="connsiteX4" fmla="*/ 0 w 1791859"/>
              <a:gd name="connsiteY4" fmla="*/ 362240 h 59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1859" h="597880">
                <a:moveTo>
                  <a:pt x="0" y="362240"/>
                </a:moveTo>
                <a:lnTo>
                  <a:pt x="1699041" y="597880"/>
                </a:lnTo>
                <a:lnTo>
                  <a:pt x="1791859" y="191"/>
                </a:lnTo>
                <a:lnTo>
                  <a:pt x="129653" y="0"/>
                </a:lnTo>
                <a:lnTo>
                  <a:pt x="0" y="36224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55"/>
            </p:custDataLst>
          </p:nvPr>
        </p:nvSpPr>
        <p:spPr>
          <a:xfrm flipH="1">
            <a:off x="8576476" y="5765948"/>
            <a:ext cx="540382" cy="446579"/>
          </a:xfrm>
          <a:custGeom>
            <a:avLst/>
            <a:gdLst>
              <a:gd name="connsiteX0" fmla="*/ 0 w 723270"/>
              <a:gd name="connsiteY0" fmla="*/ 0 h 597689"/>
              <a:gd name="connsiteX1" fmla="*/ 107705 w 723270"/>
              <a:gd name="connsiteY1" fmla="*/ 597689 h 597689"/>
              <a:gd name="connsiteX2" fmla="*/ 723271 w 723270"/>
              <a:gd name="connsiteY2" fmla="*/ 362049 h 597689"/>
              <a:gd name="connsiteX3" fmla="*/ 593681 w 723270"/>
              <a:gd name="connsiteY3" fmla="*/ 0 h 597689"/>
              <a:gd name="connsiteX4" fmla="*/ 0 w 723270"/>
              <a:gd name="connsiteY4" fmla="*/ 0 h 59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270" h="597689">
                <a:moveTo>
                  <a:pt x="0" y="0"/>
                </a:moveTo>
                <a:lnTo>
                  <a:pt x="107705" y="597689"/>
                </a:lnTo>
                <a:lnTo>
                  <a:pt x="723271" y="362049"/>
                </a:lnTo>
                <a:lnTo>
                  <a:pt x="59368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1" name="任意多边形: 形状 100"/>
          <p:cNvSpPr/>
          <p:nvPr>
            <p:custDataLst>
              <p:tags r:id="rId56"/>
            </p:custDataLst>
          </p:nvPr>
        </p:nvSpPr>
        <p:spPr>
          <a:xfrm flipH="1">
            <a:off x="7267536" y="2450807"/>
            <a:ext cx="645967" cy="985921"/>
          </a:xfrm>
          <a:custGeom>
            <a:avLst/>
            <a:gdLst>
              <a:gd name="connsiteX0" fmla="*/ 4293 w 864588"/>
              <a:gd name="connsiteY0" fmla="*/ 832136 h 1319528"/>
              <a:gd name="connsiteX1" fmla="*/ 9509 w 864588"/>
              <a:gd name="connsiteY1" fmla="*/ 424473 h 1319528"/>
              <a:gd name="connsiteX2" fmla="*/ 149150 w 864588"/>
              <a:gd name="connsiteY2" fmla="*/ 395845 h 1319528"/>
              <a:gd name="connsiteX3" fmla="*/ 195528 w 864588"/>
              <a:gd name="connsiteY3" fmla="*/ 616344 h 1319528"/>
              <a:gd name="connsiteX4" fmla="*/ 455852 w 864588"/>
              <a:gd name="connsiteY4" fmla="*/ 51291 h 1319528"/>
              <a:gd name="connsiteX5" fmla="*/ 569855 w 864588"/>
              <a:gd name="connsiteY5" fmla="*/ 18464 h 1319528"/>
              <a:gd name="connsiteX6" fmla="*/ 511199 w 864588"/>
              <a:gd name="connsiteY6" fmla="*/ 388656 h 1319528"/>
              <a:gd name="connsiteX7" fmla="*/ 618713 w 864588"/>
              <a:gd name="connsiteY7" fmla="*/ 418175 h 1319528"/>
              <a:gd name="connsiteX8" fmla="*/ 655930 w 864588"/>
              <a:gd name="connsiteY8" fmla="*/ 520600 h 1319528"/>
              <a:gd name="connsiteX9" fmla="*/ 761917 w 864588"/>
              <a:gd name="connsiteY9" fmla="*/ 567231 h 1319528"/>
              <a:gd name="connsiteX10" fmla="*/ 767197 w 864588"/>
              <a:gd name="connsiteY10" fmla="*/ 683970 h 1319528"/>
              <a:gd name="connsiteX11" fmla="*/ 862688 w 864588"/>
              <a:gd name="connsiteY11" fmla="*/ 738809 h 1319528"/>
              <a:gd name="connsiteX12" fmla="*/ 772223 w 864588"/>
              <a:gd name="connsiteY12" fmla="*/ 986536 h 1319528"/>
              <a:gd name="connsiteX13" fmla="*/ 711977 w 864588"/>
              <a:gd name="connsiteY13" fmla="*/ 1043729 h 1319528"/>
              <a:gd name="connsiteX14" fmla="*/ 435049 w 864588"/>
              <a:gd name="connsiteY14" fmla="*/ 1318812 h 1319528"/>
              <a:gd name="connsiteX15" fmla="*/ 4356 w 864588"/>
              <a:gd name="connsiteY15" fmla="*/ 832072 h 131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64588" h="1319528">
                <a:moveTo>
                  <a:pt x="4293" y="832136"/>
                </a:moveTo>
                <a:cubicBezTo>
                  <a:pt x="4293" y="832136"/>
                  <a:pt x="7982" y="526834"/>
                  <a:pt x="9509" y="424473"/>
                </a:cubicBezTo>
                <a:cubicBezTo>
                  <a:pt x="10718" y="346541"/>
                  <a:pt x="114033" y="318549"/>
                  <a:pt x="149150" y="395845"/>
                </a:cubicBezTo>
                <a:cubicBezTo>
                  <a:pt x="184267" y="473204"/>
                  <a:pt x="195528" y="616344"/>
                  <a:pt x="195528" y="616344"/>
                </a:cubicBezTo>
                <a:cubicBezTo>
                  <a:pt x="195528" y="616344"/>
                  <a:pt x="431804" y="101931"/>
                  <a:pt x="455852" y="51291"/>
                </a:cubicBezTo>
                <a:cubicBezTo>
                  <a:pt x="479836" y="651"/>
                  <a:pt x="531430" y="-16717"/>
                  <a:pt x="569855" y="18464"/>
                </a:cubicBezTo>
                <a:cubicBezTo>
                  <a:pt x="608280" y="53708"/>
                  <a:pt x="607072" y="190041"/>
                  <a:pt x="511199" y="388656"/>
                </a:cubicBezTo>
                <a:cubicBezTo>
                  <a:pt x="511199" y="388656"/>
                  <a:pt x="564829" y="378350"/>
                  <a:pt x="618713" y="418175"/>
                </a:cubicBezTo>
                <a:cubicBezTo>
                  <a:pt x="672598" y="457936"/>
                  <a:pt x="655930" y="520600"/>
                  <a:pt x="655930" y="520600"/>
                </a:cubicBezTo>
                <a:cubicBezTo>
                  <a:pt x="655930" y="520600"/>
                  <a:pt x="724701" y="522699"/>
                  <a:pt x="761917" y="567231"/>
                </a:cubicBezTo>
                <a:cubicBezTo>
                  <a:pt x="799197" y="611827"/>
                  <a:pt x="767197" y="683970"/>
                  <a:pt x="767197" y="683970"/>
                </a:cubicBezTo>
                <a:cubicBezTo>
                  <a:pt x="767197" y="683970"/>
                  <a:pt x="848501" y="684988"/>
                  <a:pt x="862688" y="738809"/>
                </a:cubicBezTo>
                <a:cubicBezTo>
                  <a:pt x="876874" y="792566"/>
                  <a:pt x="808167" y="947348"/>
                  <a:pt x="772223" y="986536"/>
                </a:cubicBezTo>
                <a:cubicBezTo>
                  <a:pt x="741178" y="1020317"/>
                  <a:pt x="711977" y="1043729"/>
                  <a:pt x="711977" y="1043729"/>
                </a:cubicBezTo>
                <a:cubicBezTo>
                  <a:pt x="711977" y="1043729"/>
                  <a:pt x="619350" y="1306916"/>
                  <a:pt x="435049" y="1318812"/>
                </a:cubicBezTo>
                <a:cubicBezTo>
                  <a:pt x="250748" y="1330709"/>
                  <a:pt x="-38968" y="1195521"/>
                  <a:pt x="4356" y="83207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7"/>
            </p:custDataLst>
          </p:nvPr>
        </p:nvSpPr>
        <p:spPr>
          <a:xfrm flipH="1">
            <a:off x="7340254" y="2741297"/>
            <a:ext cx="429588" cy="492282"/>
          </a:xfrm>
          <a:custGeom>
            <a:avLst/>
            <a:gdLst>
              <a:gd name="connsiteX0" fmla="*/ 20988 w 258091"/>
              <a:gd name="connsiteY0" fmla="*/ 103124 h 258670"/>
              <a:gd name="connsiteX1" fmla="*/ 52606 w 258091"/>
              <a:gd name="connsiteY1" fmla="*/ 239966 h 258670"/>
              <a:gd name="connsiteX2" fmla="*/ 59604 w 258091"/>
              <a:gd name="connsiteY2" fmla="*/ 240857 h 258670"/>
              <a:gd name="connsiteX3" fmla="*/ 66665 w 258091"/>
              <a:gd name="connsiteY3" fmla="*/ 241175 h 258670"/>
              <a:gd name="connsiteX4" fmla="*/ 73727 w 258091"/>
              <a:gd name="connsiteY4" fmla="*/ 240221 h 258670"/>
              <a:gd name="connsiteX5" fmla="*/ 258091 w 258091"/>
              <a:gd name="connsiteY5" fmla="*/ 0 h 258670"/>
              <a:gd name="connsiteX6" fmla="*/ 67047 w 258091"/>
              <a:gd name="connsiteY6" fmla="*/ 258670 h 258670"/>
              <a:gd name="connsiteX7" fmla="*/ 21051 w 258091"/>
              <a:gd name="connsiteY7" fmla="*/ 103124 h 258670"/>
              <a:gd name="connsiteX8" fmla="*/ 21051 w 258091"/>
              <a:gd name="connsiteY8" fmla="*/ 103124 h 25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" h="775">
                <a:moveTo>
                  <a:pt x="7" y="249"/>
                </a:moveTo>
                <a:cubicBezTo>
                  <a:pt x="13" y="294"/>
                  <a:pt x="16" y="340"/>
                  <a:pt x="18" y="385"/>
                </a:cubicBezTo>
                <a:lnTo>
                  <a:pt x="20" y="425"/>
                </a:lnTo>
                <a:lnTo>
                  <a:pt x="15" y="422"/>
                </a:lnTo>
                <a:cubicBezTo>
                  <a:pt x="15" y="422"/>
                  <a:pt x="20" y="431"/>
                  <a:pt x="20" y="431"/>
                </a:cubicBezTo>
                <a:lnTo>
                  <a:pt x="20" y="425"/>
                </a:lnTo>
                <a:lnTo>
                  <a:pt x="30" y="431"/>
                </a:lnTo>
                <a:cubicBezTo>
                  <a:pt x="45" y="440"/>
                  <a:pt x="60" y="450"/>
                  <a:pt x="73" y="461"/>
                </a:cubicBezTo>
                <a:cubicBezTo>
                  <a:pt x="79" y="465"/>
                  <a:pt x="86" y="471"/>
                  <a:pt x="91" y="476"/>
                </a:cubicBezTo>
                <a:cubicBezTo>
                  <a:pt x="161" y="538"/>
                  <a:pt x="201" y="638"/>
                  <a:pt x="176" y="730"/>
                </a:cubicBezTo>
                <a:cubicBezTo>
                  <a:pt x="183" y="632"/>
                  <a:pt x="136" y="537"/>
                  <a:pt x="60" y="478"/>
                </a:cubicBezTo>
                <a:cubicBezTo>
                  <a:pt x="41" y="463"/>
                  <a:pt x="20" y="450"/>
                  <a:pt x="0" y="436"/>
                </a:cubicBezTo>
                <a:cubicBezTo>
                  <a:pt x="0" y="374"/>
                  <a:pt x="2" y="311"/>
                  <a:pt x="7" y="249"/>
                </a:cubicBezTo>
                <a:close/>
                <a:moveTo>
                  <a:pt x="545" y="155"/>
                </a:moveTo>
                <a:cubicBezTo>
                  <a:pt x="524" y="233"/>
                  <a:pt x="471" y="397"/>
                  <a:pt x="400" y="476"/>
                </a:cubicBezTo>
                <a:lnTo>
                  <a:pt x="395" y="483"/>
                </a:lnTo>
                <a:lnTo>
                  <a:pt x="393" y="490"/>
                </a:lnTo>
                <a:cubicBezTo>
                  <a:pt x="382" y="542"/>
                  <a:pt x="373" y="619"/>
                  <a:pt x="435" y="630"/>
                </a:cubicBezTo>
                <a:cubicBezTo>
                  <a:pt x="437" y="631"/>
                  <a:pt x="441" y="631"/>
                  <a:pt x="443" y="631"/>
                </a:cubicBezTo>
                <a:cubicBezTo>
                  <a:pt x="443" y="631"/>
                  <a:pt x="451" y="631"/>
                  <a:pt x="451" y="631"/>
                </a:cubicBezTo>
                <a:lnTo>
                  <a:pt x="460" y="630"/>
                </a:lnTo>
                <a:cubicBezTo>
                  <a:pt x="565" y="611"/>
                  <a:pt x="635" y="436"/>
                  <a:pt x="677" y="348"/>
                </a:cubicBezTo>
                <a:cubicBezTo>
                  <a:pt x="656" y="430"/>
                  <a:pt x="608" y="564"/>
                  <a:pt x="527" y="623"/>
                </a:cubicBezTo>
                <a:lnTo>
                  <a:pt x="518" y="629"/>
                </a:lnTo>
                <a:lnTo>
                  <a:pt x="517" y="633"/>
                </a:lnTo>
                <a:cubicBezTo>
                  <a:pt x="509" y="664"/>
                  <a:pt x="504" y="697"/>
                  <a:pt x="521" y="724"/>
                </a:cubicBezTo>
                <a:cubicBezTo>
                  <a:pt x="541" y="753"/>
                  <a:pt x="578" y="766"/>
                  <a:pt x="614" y="767"/>
                </a:cubicBezTo>
                <a:cubicBezTo>
                  <a:pt x="582" y="783"/>
                  <a:pt x="539" y="774"/>
                  <a:pt x="513" y="749"/>
                </a:cubicBezTo>
                <a:cubicBezTo>
                  <a:pt x="483" y="720"/>
                  <a:pt x="486" y="675"/>
                  <a:pt x="505" y="641"/>
                </a:cubicBezTo>
                <a:lnTo>
                  <a:pt x="509" y="635"/>
                </a:lnTo>
                <a:lnTo>
                  <a:pt x="507" y="636"/>
                </a:lnTo>
                <a:cubicBezTo>
                  <a:pt x="490" y="645"/>
                  <a:pt x="472" y="651"/>
                  <a:pt x="452" y="652"/>
                </a:cubicBezTo>
                <a:cubicBezTo>
                  <a:pt x="361" y="649"/>
                  <a:pt x="363" y="562"/>
                  <a:pt x="387" y="496"/>
                </a:cubicBezTo>
                <a:lnTo>
                  <a:pt x="390" y="487"/>
                </a:lnTo>
                <a:lnTo>
                  <a:pt x="384" y="493"/>
                </a:lnTo>
                <a:cubicBezTo>
                  <a:pt x="372" y="503"/>
                  <a:pt x="361" y="511"/>
                  <a:pt x="349" y="515"/>
                </a:cubicBezTo>
                <a:cubicBezTo>
                  <a:pt x="308" y="530"/>
                  <a:pt x="267" y="491"/>
                  <a:pt x="262" y="453"/>
                </a:cubicBezTo>
                <a:cubicBezTo>
                  <a:pt x="248" y="359"/>
                  <a:pt x="318" y="238"/>
                  <a:pt x="369" y="164"/>
                </a:cubicBezTo>
                <a:lnTo>
                  <a:pt x="369" y="164"/>
                </a:lnTo>
                <a:cubicBezTo>
                  <a:pt x="336" y="229"/>
                  <a:pt x="218" y="458"/>
                  <a:pt x="322" y="496"/>
                </a:cubicBezTo>
                <a:cubicBezTo>
                  <a:pt x="406" y="508"/>
                  <a:pt x="514" y="225"/>
                  <a:pt x="545" y="155"/>
                </a:cubicBezTo>
                <a:close/>
                <a:moveTo>
                  <a:pt x="375" y="0"/>
                </a:moveTo>
                <a:cubicBezTo>
                  <a:pt x="362" y="65"/>
                  <a:pt x="334" y="127"/>
                  <a:pt x="293" y="180"/>
                </a:cubicBezTo>
                <a:cubicBezTo>
                  <a:pt x="306" y="115"/>
                  <a:pt x="335" y="53"/>
                  <a:pt x="375" y="0"/>
                </a:cubicBez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 flipH="1">
            <a:off x="9283809" y="2687774"/>
            <a:ext cx="530496" cy="608813"/>
          </a:xfrm>
          <a:custGeom>
            <a:avLst/>
            <a:gdLst>
              <a:gd name="connsiteX0" fmla="*/ 471408 w 710038"/>
              <a:gd name="connsiteY0" fmla="*/ 814817 h 814817"/>
              <a:gd name="connsiteX1" fmla="*/ 0 w 710038"/>
              <a:gd name="connsiteY1" fmla="*/ 308483 h 814817"/>
              <a:gd name="connsiteX2" fmla="*/ 145494 w 710038"/>
              <a:gd name="connsiteY2" fmla="*/ 0 h 814817"/>
              <a:gd name="connsiteX3" fmla="*/ 710038 w 710038"/>
              <a:gd name="connsiteY3" fmla="*/ 261915 h 814817"/>
              <a:gd name="connsiteX4" fmla="*/ 471408 w 710038"/>
              <a:gd name="connsiteY4" fmla="*/ 814817 h 81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038" h="814817">
                <a:moveTo>
                  <a:pt x="471408" y="814817"/>
                </a:moveTo>
                <a:lnTo>
                  <a:pt x="0" y="308483"/>
                </a:lnTo>
                <a:lnTo>
                  <a:pt x="145494" y="0"/>
                </a:lnTo>
                <a:lnTo>
                  <a:pt x="710038" y="261915"/>
                </a:lnTo>
                <a:lnTo>
                  <a:pt x="471408" y="814817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 flipH="1">
            <a:off x="9145398" y="2883470"/>
            <a:ext cx="193785" cy="261103"/>
          </a:xfrm>
          <a:custGeom>
            <a:avLst/>
            <a:gdLst>
              <a:gd name="connsiteX0" fmla="*/ 259370 w 259369"/>
              <a:gd name="connsiteY0" fmla="*/ 349453 h 349452"/>
              <a:gd name="connsiteX1" fmla="*/ 74115 w 259369"/>
              <a:gd name="connsiteY1" fmla="*/ 0 h 349452"/>
              <a:gd name="connsiteX2" fmla="*/ 0 w 259369"/>
              <a:gd name="connsiteY2" fmla="*/ 171704 h 349452"/>
              <a:gd name="connsiteX3" fmla="*/ 259370 w 259369"/>
              <a:gd name="connsiteY3" fmla="*/ 349453 h 34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369" h="349452">
                <a:moveTo>
                  <a:pt x="259370" y="349453"/>
                </a:moveTo>
                <a:lnTo>
                  <a:pt x="74115" y="0"/>
                </a:lnTo>
                <a:lnTo>
                  <a:pt x="0" y="171704"/>
                </a:lnTo>
                <a:lnTo>
                  <a:pt x="259370" y="34945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60"/>
            </p:custDataLst>
          </p:nvPr>
        </p:nvSpPr>
        <p:spPr>
          <a:xfrm flipH="1">
            <a:off x="8995578" y="2791112"/>
            <a:ext cx="149818" cy="353460"/>
          </a:xfrm>
          <a:custGeom>
            <a:avLst/>
            <a:gdLst>
              <a:gd name="connsiteX0" fmla="*/ 16668 w 200523"/>
              <a:gd name="connsiteY0" fmla="*/ 0 h 473061"/>
              <a:gd name="connsiteX1" fmla="*/ 0 w 200523"/>
              <a:gd name="connsiteY1" fmla="*/ 473062 h 473061"/>
              <a:gd name="connsiteX2" fmla="*/ 200523 w 200523"/>
              <a:gd name="connsiteY2" fmla="*/ 140786 h 473061"/>
              <a:gd name="connsiteX3" fmla="*/ 16668 w 200523"/>
              <a:gd name="connsiteY3" fmla="*/ 0 h 47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523" h="473061">
                <a:moveTo>
                  <a:pt x="16668" y="0"/>
                </a:moveTo>
                <a:lnTo>
                  <a:pt x="0" y="473062"/>
                </a:lnTo>
                <a:lnTo>
                  <a:pt x="200523" y="140786"/>
                </a:lnTo>
                <a:lnTo>
                  <a:pt x="16668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61"/>
            </p:custDataLst>
          </p:nvPr>
        </p:nvSpPr>
        <p:spPr>
          <a:xfrm flipH="1">
            <a:off x="8897475" y="2896304"/>
            <a:ext cx="224062" cy="441683"/>
          </a:xfrm>
          <a:custGeom>
            <a:avLst/>
            <a:gdLst>
              <a:gd name="connsiteX0" fmla="*/ 299894 w 299894"/>
              <a:gd name="connsiteY0" fmla="*/ 591137 h 591136"/>
              <a:gd name="connsiteX1" fmla="*/ 168587 w 299894"/>
              <a:gd name="connsiteY1" fmla="*/ 0 h 591136"/>
              <a:gd name="connsiteX2" fmla="*/ 0 w 299894"/>
              <a:gd name="connsiteY2" fmla="*/ 279728 h 591136"/>
              <a:gd name="connsiteX3" fmla="*/ 299894 w 299894"/>
              <a:gd name="connsiteY3" fmla="*/ 591137 h 59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894" h="591136">
                <a:moveTo>
                  <a:pt x="299894" y="591137"/>
                </a:moveTo>
                <a:lnTo>
                  <a:pt x="168587" y="0"/>
                </a:lnTo>
                <a:lnTo>
                  <a:pt x="0" y="279728"/>
                </a:lnTo>
                <a:lnTo>
                  <a:pt x="299894" y="59113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62"/>
            </p:custDataLst>
          </p:nvPr>
        </p:nvSpPr>
        <p:spPr>
          <a:xfrm flipH="1">
            <a:off x="9262883" y="2176102"/>
            <a:ext cx="73246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63"/>
            </p:custDataLst>
          </p:nvPr>
        </p:nvSpPr>
        <p:spPr>
          <a:xfrm>
            <a:off x="7556266" y="4014301"/>
            <a:ext cx="4635099" cy="2843699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64"/>
            </p:custDataLst>
          </p:nvPr>
        </p:nvSpPr>
        <p:spPr>
          <a:xfrm>
            <a:off x="8736481" y="4710256"/>
            <a:ext cx="3454885" cy="2147744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65"/>
            </p:custDataLst>
          </p:nvPr>
        </p:nvSpPr>
        <p:spPr>
          <a:xfrm>
            <a:off x="9906332" y="5076052"/>
            <a:ext cx="2285034" cy="178194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任意多边形: 形状 113"/>
          <p:cNvSpPr/>
          <p:nvPr>
            <p:custDataLst>
              <p:tags r:id="rId66"/>
            </p:custDataLst>
          </p:nvPr>
        </p:nvSpPr>
        <p:spPr>
          <a:xfrm>
            <a:off x="10717600" y="2586843"/>
            <a:ext cx="699865" cy="522473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任意多边形: 形状 114"/>
          <p:cNvSpPr/>
          <p:nvPr>
            <p:custDataLst>
              <p:tags r:id="rId67"/>
            </p:custDataLst>
          </p:nvPr>
        </p:nvSpPr>
        <p:spPr>
          <a:xfrm>
            <a:off x="10996114" y="2573296"/>
            <a:ext cx="685024" cy="175205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8"/>
            </p:custDataLst>
          </p:nvPr>
        </p:nvSpPr>
        <p:spPr>
          <a:xfrm>
            <a:off x="7322430" y="5451715"/>
            <a:ext cx="700507" cy="285024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9"/>
            </p:custDataLst>
          </p:nvPr>
        </p:nvSpPr>
        <p:spPr>
          <a:xfrm>
            <a:off x="7510365" y="5632510"/>
            <a:ext cx="410642" cy="104229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7" name="任意多边形: 形状 126"/>
          <p:cNvSpPr/>
          <p:nvPr>
            <p:custDataLst>
              <p:tags r:id="rId70"/>
            </p:custDataLst>
          </p:nvPr>
        </p:nvSpPr>
        <p:spPr>
          <a:xfrm flipH="1">
            <a:off x="7015808" y="1470895"/>
            <a:ext cx="895578" cy="706723"/>
          </a:xfrm>
          <a:custGeom>
            <a:avLst/>
            <a:gdLst>
              <a:gd name="connsiteX0" fmla="*/ 973740 w 1132717"/>
              <a:gd name="connsiteY0" fmla="*/ 24748 h 893808"/>
              <a:gd name="connsiteX1" fmla="*/ 182308 w 1132717"/>
              <a:gd name="connsiteY1" fmla="*/ 78 h 893808"/>
              <a:gd name="connsiteX2" fmla="*/ 13144 w 1132717"/>
              <a:gd name="connsiteY2" fmla="*/ 158574 h 893808"/>
              <a:gd name="connsiteX3" fmla="*/ 95 w 1132717"/>
              <a:gd name="connsiteY3" fmla="*/ 541860 h 893808"/>
              <a:gd name="connsiteX4" fmla="*/ 158496 w 1132717"/>
              <a:gd name="connsiteY4" fmla="*/ 711500 h 893808"/>
              <a:gd name="connsiteX5" fmla="*/ 158496 w 1132717"/>
              <a:gd name="connsiteY5" fmla="*/ 711500 h 893808"/>
              <a:gd name="connsiteX6" fmla="*/ 152304 w 1132717"/>
              <a:gd name="connsiteY6" fmla="*/ 893809 h 893808"/>
              <a:gd name="connsiteX7" fmla="*/ 340804 w 1132717"/>
              <a:gd name="connsiteY7" fmla="*/ 717787 h 893808"/>
              <a:gd name="connsiteX8" fmla="*/ 950690 w 1132717"/>
              <a:gd name="connsiteY8" fmla="*/ 735980 h 893808"/>
              <a:gd name="connsiteX9" fmla="*/ 1119568 w 1132717"/>
              <a:gd name="connsiteY9" fmla="*/ 577484 h 893808"/>
              <a:gd name="connsiteX10" fmla="*/ 1132617 w 1132717"/>
              <a:gd name="connsiteY10" fmla="*/ 194483 h 893808"/>
              <a:gd name="connsiteX11" fmla="*/ 973740 w 1132717"/>
              <a:gd name="connsiteY11" fmla="*/ 24843 h 89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2717" h="893808">
                <a:moveTo>
                  <a:pt x="973740" y="24748"/>
                </a:moveTo>
                <a:lnTo>
                  <a:pt x="182308" y="78"/>
                </a:lnTo>
                <a:cubicBezTo>
                  <a:pt x="91916" y="-2684"/>
                  <a:pt x="16287" y="68182"/>
                  <a:pt x="13144" y="158574"/>
                </a:cubicBezTo>
                <a:lnTo>
                  <a:pt x="95" y="541860"/>
                </a:lnTo>
                <a:cubicBezTo>
                  <a:pt x="-2953" y="632443"/>
                  <a:pt x="67913" y="708357"/>
                  <a:pt x="158496" y="711500"/>
                </a:cubicBezTo>
                <a:lnTo>
                  <a:pt x="158496" y="711500"/>
                </a:lnTo>
                <a:lnTo>
                  <a:pt x="152304" y="893809"/>
                </a:lnTo>
                <a:lnTo>
                  <a:pt x="340804" y="717787"/>
                </a:lnTo>
                <a:lnTo>
                  <a:pt x="950690" y="735980"/>
                </a:lnTo>
                <a:cubicBezTo>
                  <a:pt x="1040987" y="738647"/>
                  <a:pt x="1116520" y="667876"/>
                  <a:pt x="1119568" y="577484"/>
                </a:cubicBezTo>
                <a:lnTo>
                  <a:pt x="1132617" y="194483"/>
                </a:lnTo>
                <a:cubicBezTo>
                  <a:pt x="1135761" y="103710"/>
                  <a:pt x="1064514" y="27701"/>
                  <a:pt x="973740" y="24843"/>
                </a:cubicBezTo>
                <a:close/>
              </a:path>
            </a:pathLst>
          </a:custGeom>
          <a:gradFill>
            <a:gsLst>
              <a:gs pos="6000">
                <a:schemeClr val="accent1"/>
              </a:gs>
              <a:gs pos="57000">
                <a:schemeClr val="accent1">
                  <a:lumMod val="75000"/>
                </a:schemeClr>
              </a:gs>
            </a:gsLst>
            <a:lin ang="81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9" name="任意多边形: 形状 128"/>
          <p:cNvSpPr/>
          <p:nvPr>
            <p:custDataLst>
              <p:tags r:id="rId71"/>
            </p:custDataLst>
          </p:nvPr>
        </p:nvSpPr>
        <p:spPr>
          <a:xfrm flipH="1">
            <a:off x="7180888" y="1709323"/>
            <a:ext cx="533716" cy="121782"/>
          </a:xfrm>
          <a:custGeom>
            <a:avLst/>
            <a:gdLst>
              <a:gd name="connsiteX0" fmla="*/ 134303 w 134302"/>
              <a:gd name="connsiteY0" fmla="*/ 67151 h 134302"/>
              <a:gd name="connsiteX1" fmla="*/ 67151 w 134302"/>
              <a:gd name="connsiteY1" fmla="*/ 134303 h 134302"/>
              <a:gd name="connsiteX2" fmla="*/ 0 w 134302"/>
              <a:gd name="connsiteY2" fmla="*/ 67151 h 134302"/>
              <a:gd name="connsiteX3" fmla="*/ 67151 w 134302"/>
              <a:gd name="connsiteY3" fmla="*/ 0 h 134302"/>
              <a:gd name="connsiteX4" fmla="*/ 134303 w 134302"/>
              <a:gd name="connsiteY4" fmla="*/ 67151 h 13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" h="192">
                <a:moveTo>
                  <a:pt x="505" y="94"/>
                </a:moveTo>
                <a:cubicBezTo>
                  <a:pt x="505" y="140"/>
                  <a:pt x="468" y="178"/>
                  <a:pt x="422" y="178"/>
                </a:cubicBezTo>
                <a:cubicBezTo>
                  <a:pt x="375" y="178"/>
                  <a:pt x="338" y="140"/>
                  <a:pt x="338" y="94"/>
                </a:cubicBezTo>
                <a:cubicBezTo>
                  <a:pt x="338" y="48"/>
                  <a:pt x="375" y="11"/>
                  <a:pt x="422" y="11"/>
                </a:cubicBezTo>
                <a:cubicBezTo>
                  <a:pt x="468" y="11"/>
                  <a:pt x="505" y="48"/>
                  <a:pt x="505" y="94"/>
                </a:cubicBezTo>
                <a:close/>
                <a:moveTo>
                  <a:pt x="841" y="108"/>
                </a:moveTo>
                <a:cubicBezTo>
                  <a:pt x="841" y="154"/>
                  <a:pt x="803" y="192"/>
                  <a:pt x="757" y="192"/>
                </a:cubicBezTo>
                <a:cubicBezTo>
                  <a:pt x="711" y="192"/>
                  <a:pt x="673" y="154"/>
                  <a:pt x="673" y="108"/>
                </a:cubicBezTo>
                <a:cubicBezTo>
                  <a:pt x="673" y="62"/>
                  <a:pt x="711" y="25"/>
                  <a:pt x="757" y="25"/>
                </a:cubicBezTo>
                <a:cubicBezTo>
                  <a:pt x="803" y="25"/>
                  <a:pt x="841" y="62"/>
                  <a:pt x="841" y="108"/>
                </a:cubicBezTo>
                <a:close/>
                <a:moveTo>
                  <a:pt x="167" y="84"/>
                </a:moveTo>
                <a:cubicBezTo>
                  <a:pt x="167" y="130"/>
                  <a:pt x="130" y="167"/>
                  <a:pt x="84" y="167"/>
                </a:cubicBezTo>
                <a:cubicBezTo>
                  <a:pt x="37" y="167"/>
                  <a:pt x="0" y="130"/>
                  <a:pt x="0" y="84"/>
                </a:cubicBezTo>
                <a:cubicBezTo>
                  <a:pt x="0" y="37"/>
                  <a:pt x="37" y="0"/>
                  <a:pt x="84" y="0"/>
                </a:cubicBezTo>
                <a:cubicBezTo>
                  <a:pt x="130" y="0"/>
                  <a:pt x="167" y="37"/>
                  <a:pt x="167" y="8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2"/>
            </p:custDataLst>
          </p:nvPr>
        </p:nvSpPr>
        <p:spPr>
          <a:xfrm>
            <a:off x="1362004" y="3051810"/>
            <a:ext cx="5905827" cy="2106930"/>
          </a:xfrm>
        </p:spPr>
        <p:txBody>
          <a:bodyPr wrap="square" anchor="t" anchorCtr="0">
            <a:normAutofit/>
          </a:bodyPr>
          <a:lstStyle>
            <a:lvl1pPr algn="l">
              <a:defRPr sz="46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3"/>
            </p:custDataLst>
          </p:nvPr>
        </p:nvSpPr>
        <p:spPr>
          <a:xfrm>
            <a:off x="1359586" y="1201414"/>
            <a:ext cx="5391644" cy="1696716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8800" b="1">
                <a:gradFill flip="none" rotWithShape="1">
                  <a:gsLst>
                    <a:gs pos="0">
                      <a:schemeClr val="accent1"/>
                    </a:gs>
                    <a:gs pos="59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156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59" y="360045"/>
            <a:ext cx="10798883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6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: 单圆角 7"/>
          <p:cNvSpPr/>
          <p:nvPr>
            <p:custDataLst>
              <p:tags r:id="rId3"/>
            </p:custDataLst>
          </p:nvPr>
        </p:nvSpPr>
        <p:spPr>
          <a:xfrm>
            <a:off x="0" y="0"/>
            <a:ext cx="3540892" cy="6858001"/>
          </a:xfrm>
          <a:prstGeom prst="round1Rect">
            <a:avLst>
              <a:gd name="adj" fmla="val 4013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5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11037204" y="708535"/>
            <a:ext cx="274632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1127221" y="803466"/>
            <a:ext cx="18461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任意多边形: 形状 86"/>
          <p:cNvSpPr/>
          <p:nvPr>
            <p:custDataLst>
              <p:tags r:id="rId6"/>
            </p:custDataLst>
          </p:nvPr>
        </p:nvSpPr>
        <p:spPr>
          <a:xfrm>
            <a:off x="0" y="3927338"/>
            <a:ext cx="4559064" cy="2930664"/>
          </a:xfrm>
          <a:custGeom>
            <a:avLst/>
            <a:gdLst>
              <a:gd name="connsiteX0" fmla="*/ 0 w 4342456"/>
              <a:gd name="connsiteY0" fmla="*/ 0 h 2791279"/>
              <a:gd name="connsiteX1" fmla="*/ 60898 w 4342456"/>
              <a:gd name="connsiteY1" fmla="*/ 87680 h 2791279"/>
              <a:gd name="connsiteX2" fmla="*/ 2578252 w 4342456"/>
              <a:gd name="connsiteY2" fmla="*/ 1575317 h 2791279"/>
              <a:gd name="connsiteX3" fmla="*/ 2752751 w 4342456"/>
              <a:gd name="connsiteY3" fmla="*/ 2228351 h 2791279"/>
              <a:gd name="connsiteX4" fmla="*/ 4333748 w 4342456"/>
              <a:gd name="connsiteY4" fmla="*/ 2772065 h 2791279"/>
              <a:gd name="connsiteX5" fmla="*/ 4342456 w 4342456"/>
              <a:gd name="connsiteY5" fmla="*/ 2791279 h 2791279"/>
              <a:gd name="connsiteX6" fmla="*/ 514206 w 4342456"/>
              <a:gd name="connsiteY6" fmla="*/ 2791279 h 2791279"/>
              <a:gd name="connsiteX7" fmla="*/ 499254 w 4342456"/>
              <a:gd name="connsiteY7" fmla="*/ 2783803 h 2791279"/>
              <a:gd name="connsiteX8" fmla="*/ 24061 w 4342456"/>
              <a:gd name="connsiteY8" fmla="*/ 2443759 h 2791279"/>
              <a:gd name="connsiteX9" fmla="*/ 0 w 4342456"/>
              <a:gd name="connsiteY9" fmla="*/ 2420788 h 27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2456" h="2791279">
                <a:moveTo>
                  <a:pt x="0" y="0"/>
                </a:moveTo>
                <a:lnTo>
                  <a:pt x="60898" y="87680"/>
                </a:lnTo>
                <a:cubicBezTo>
                  <a:pt x="355903" y="494753"/>
                  <a:pt x="1127286" y="1338502"/>
                  <a:pt x="2578252" y="1575317"/>
                </a:cubicBezTo>
                <a:cubicBezTo>
                  <a:pt x="4512875" y="1891071"/>
                  <a:pt x="2752751" y="2228351"/>
                  <a:pt x="2752751" y="2228351"/>
                </a:cubicBezTo>
                <a:cubicBezTo>
                  <a:pt x="2752751" y="2228351"/>
                  <a:pt x="4111460" y="2389324"/>
                  <a:pt x="4333748" y="2772065"/>
                </a:cubicBezTo>
                <a:lnTo>
                  <a:pt x="4342456" y="2791279"/>
                </a:lnTo>
                <a:lnTo>
                  <a:pt x="514206" y="2791279"/>
                </a:lnTo>
                <a:lnTo>
                  <a:pt x="499254" y="2783803"/>
                </a:lnTo>
                <a:cubicBezTo>
                  <a:pt x="325127" y="2684254"/>
                  <a:pt x="167131" y="2568912"/>
                  <a:pt x="24061" y="2443759"/>
                </a:cubicBezTo>
                <a:lnTo>
                  <a:pt x="0" y="24207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3629135" y="907756"/>
            <a:ext cx="257552" cy="259394"/>
          </a:xfrm>
          <a:custGeom>
            <a:avLst/>
            <a:gdLst>
              <a:gd name="connsiteX0" fmla="*/ 43277 w 208418"/>
              <a:gd name="connsiteY0" fmla="*/ 209898 h 209898"/>
              <a:gd name="connsiteX1" fmla="*/ 0 w 208418"/>
              <a:gd name="connsiteY1" fmla="*/ 84086 h 209898"/>
              <a:gd name="connsiteX2" fmla="*/ 133283 w 208418"/>
              <a:gd name="connsiteY2" fmla="*/ 0 h 209898"/>
              <a:gd name="connsiteX3" fmla="*/ 208418 w 208418"/>
              <a:gd name="connsiteY3" fmla="*/ 152525 h 209898"/>
              <a:gd name="connsiteX4" fmla="*/ 43277 w 208418"/>
              <a:gd name="connsiteY4" fmla="*/ 209898 h 20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18" h="209898">
                <a:moveTo>
                  <a:pt x="43277" y="209898"/>
                </a:moveTo>
                <a:lnTo>
                  <a:pt x="0" y="84086"/>
                </a:lnTo>
                <a:lnTo>
                  <a:pt x="133283" y="0"/>
                </a:lnTo>
                <a:lnTo>
                  <a:pt x="208418" y="152525"/>
                </a:lnTo>
                <a:lnTo>
                  <a:pt x="43277" y="209898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3508851" y="730040"/>
            <a:ext cx="290026" cy="305159"/>
          </a:xfrm>
          <a:custGeom>
            <a:avLst/>
            <a:gdLst>
              <a:gd name="connsiteX0" fmla="*/ 30942 w 234697"/>
              <a:gd name="connsiteY0" fmla="*/ 70362 h 246930"/>
              <a:gd name="connsiteX1" fmla="*/ 162886 w 234697"/>
              <a:gd name="connsiteY1" fmla="*/ 90 h 246930"/>
              <a:gd name="connsiteX2" fmla="*/ 231537 w 234697"/>
              <a:gd name="connsiteY2" fmla="*/ 183981 h 246930"/>
              <a:gd name="connsiteX3" fmla="*/ 127927 w 234697"/>
              <a:gd name="connsiteY3" fmla="*/ 246147 h 246930"/>
              <a:gd name="connsiteX4" fmla="*/ 0 w 234697"/>
              <a:gd name="connsiteY4" fmla="*/ 139224 h 246930"/>
              <a:gd name="connsiteX5" fmla="*/ 30942 w 234697"/>
              <a:gd name="connsiteY5" fmla="*/ 70291 h 24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697" h="246930">
                <a:moveTo>
                  <a:pt x="30942" y="70362"/>
                </a:moveTo>
                <a:cubicBezTo>
                  <a:pt x="51805" y="49147"/>
                  <a:pt x="147098" y="-2447"/>
                  <a:pt x="162886" y="90"/>
                </a:cubicBezTo>
                <a:cubicBezTo>
                  <a:pt x="178604" y="2628"/>
                  <a:pt x="250497" y="98062"/>
                  <a:pt x="231537" y="183981"/>
                </a:cubicBezTo>
                <a:cubicBezTo>
                  <a:pt x="218286" y="244244"/>
                  <a:pt x="148649" y="249530"/>
                  <a:pt x="127927" y="246147"/>
                </a:cubicBezTo>
                <a:cubicBezTo>
                  <a:pt x="57091" y="234305"/>
                  <a:pt x="0" y="139224"/>
                  <a:pt x="0" y="139224"/>
                </a:cubicBezTo>
                <a:cubicBezTo>
                  <a:pt x="0" y="139224"/>
                  <a:pt x="10079" y="91577"/>
                  <a:pt x="30942" y="70291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9"/>
            </p:custDataLst>
          </p:nvPr>
        </p:nvSpPr>
        <p:spPr>
          <a:xfrm>
            <a:off x="3529058" y="742043"/>
            <a:ext cx="214759" cy="183797"/>
          </a:xfrm>
          <a:custGeom>
            <a:avLst/>
            <a:gdLst>
              <a:gd name="connsiteX0" fmla="*/ 14590 w 173789"/>
              <a:gd name="connsiteY0" fmla="*/ 60649 h 148726"/>
              <a:gd name="connsiteX1" fmla="*/ 154076 w 173789"/>
              <a:gd name="connsiteY1" fmla="*/ 105 h 148726"/>
              <a:gd name="connsiteX2" fmla="*/ 171415 w 173789"/>
              <a:gd name="connsiteY2" fmla="*/ 23857 h 148726"/>
              <a:gd name="connsiteX3" fmla="*/ 158939 w 173789"/>
              <a:gd name="connsiteY3" fmla="*/ 136701 h 148726"/>
              <a:gd name="connsiteX4" fmla="*/ 42572 w 173789"/>
              <a:gd name="connsiteY4" fmla="*/ 146639 h 148726"/>
              <a:gd name="connsiteX5" fmla="*/ 0 w 173789"/>
              <a:gd name="connsiteY5" fmla="*/ 110692 h 148726"/>
              <a:gd name="connsiteX6" fmla="*/ 14449 w 173789"/>
              <a:gd name="connsiteY6" fmla="*/ 60649 h 14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789" h="148726">
                <a:moveTo>
                  <a:pt x="14590" y="60649"/>
                </a:moveTo>
                <a:cubicBezTo>
                  <a:pt x="35453" y="39434"/>
                  <a:pt x="138358" y="-2362"/>
                  <a:pt x="154076" y="105"/>
                </a:cubicBezTo>
                <a:cubicBezTo>
                  <a:pt x="158446" y="809"/>
                  <a:pt x="167186" y="7999"/>
                  <a:pt x="171415" y="23857"/>
                </a:cubicBezTo>
                <a:cubicBezTo>
                  <a:pt x="184102" y="71081"/>
                  <a:pt x="140966" y="82640"/>
                  <a:pt x="158939" y="136701"/>
                </a:cubicBezTo>
                <a:cubicBezTo>
                  <a:pt x="86906" y="93636"/>
                  <a:pt x="74007" y="161158"/>
                  <a:pt x="42572" y="146639"/>
                </a:cubicBezTo>
                <a:cubicBezTo>
                  <a:pt x="26079" y="138956"/>
                  <a:pt x="9656" y="127045"/>
                  <a:pt x="0" y="110692"/>
                </a:cubicBezTo>
                <a:cubicBezTo>
                  <a:pt x="1621" y="90252"/>
                  <a:pt x="5568" y="69812"/>
                  <a:pt x="14449" y="60649"/>
                </a:cubicBez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0"/>
            </p:custDataLst>
          </p:nvPr>
        </p:nvSpPr>
        <p:spPr>
          <a:xfrm>
            <a:off x="3480194" y="684439"/>
            <a:ext cx="258555" cy="201242"/>
          </a:xfrm>
          <a:custGeom>
            <a:avLst/>
            <a:gdLst>
              <a:gd name="connsiteX0" fmla="*/ 3 w 80504"/>
              <a:gd name="connsiteY0" fmla="*/ 28607 h 107024"/>
              <a:gd name="connsiteX1" fmla="*/ 14663 w 80504"/>
              <a:gd name="connsiteY1" fmla="*/ 4220 h 107024"/>
              <a:gd name="connsiteX2" fmla="*/ 42504 w 80504"/>
              <a:gd name="connsiteY2" fmla="*/ 4009 h 107024"/>
              <a:gd name="connsiteX3" fmla="*/ 78591 w 80504"/>
              <a:gd name="connsiteY3" fmla="*/ 72448 h 107024"/>
              <a:gd name="connsiteX4" fmla="*/ 69146 w 80504"/>
              <a:gd name="connsiteY4" fmla="*/ 104095 h 107024"/>
              <a:gd name="connsiteX5" fmla="*/ 28760 w 80504"/>
              <a:gd name="connsiteY5" fmla="*/ 88306 h 107024"/>
              <a:gd name="connsiteX6" fmla="*/ 3 w 80504"/>
              <a:gd name="connsiteY6" fmla="*/ 28607 h 10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" h="317">
                <a:moveTo>
                  <a:pt x="319" y="0"/>
                </a:moveTo>
                <a:cubicBezTo>
                  <a:pt x="332" y="0"/>
                  <a:pt x="343" y="4"/>
                  <a:pt x="351" y="12"/>
                </a:cubicBezTo>
                <a:cubicBezTo>
                  <a:pt x="373" y="36"/>
                  <a:pt x="403" y="90"/>
                  <a:pt x="407" y="122"/>
                </a:cubicBezTo>
                <a:cubicBezTo>
                  <a:pt x="409" y="138"/>
                  <a:pt x="400" y="164"/>
                  <a:pt x="390" y="173"/>
                </a:cubicBezTo>
                <a:cubicBezTo>
                  <a:pt x="380" y="183"/>
                  <a:pt x="357" y="195"/>
                  <a:pt x="335" y="174"/>
                </a:cubicBezTo>
                <a:cubicBezTo>
                  <a:pt x="329" y="168"/>
                  <a:pt x="323" y="162"/>
                  <a:pt x="317" y="155"/>
                </a:cubicBezTo>
                <a:lnTo>
                  <a:pt x="313" y="149"/>
                </a:lnTo>
                <a:lnTo>
                  <a:pt x="314" y="156"/>
                </a:lnTo>
                <a:cubicBezTo>
                  <a:pt x="316" y="170"/>
                  <a:pt x="317" y="182"/>
                  <a:pt x="315" y="192"/>
                </a:cubicBezTo>
                <a:cubicBezTo>
                  <a:pt x="312" y="205"/>
                  <a:pt x="302" y="226"/>
                  <a:pt x="289" y="229"/>
                </a:cubicBezTo>
                <a:cubicBezTo>
                  <a:pt x="278" y="232"/>
                  <a:pt x="262" y="227"/>
                  <a:pt x="249" y="216"/>
                </a:cubicBezTo>
                <a:lnTo>
                  <a:pt x="244" y="211"/>
                </a:lnTo>
                <a:lnTo>
                  <a:pt x="244" y="212"/>
                </a:lnTo>
                <a:cubicBezTo>
                  <a:pt x="245" y="218"/>
                  <a:pt x="246" y="224"/>
                  <a:pt x="245" y="229"/>
                </a:cubicBezTo>
                <a:cubicBezTo>
                  <a:pt x="244" y="252"/>
                  <a:pt x="225" y="275"/>
                  <a:pt x="202" y="277"/>
                </a:cubicBezTo>
                <a:cubicBezTo>
                  <a:pt x="179" y="280"/>
                  <a:pt x="156" y="249"/>
                  <a:pt x="145" y="229"/>
                </a:cubicBezTo>
                <a:lnTo>
                  <a:pt x="145" y="229"/>
                </a:lnTo>
                <a:lnTo>
                  <a:pt x="146" y="231"/>
                </a:lnTo>
                <a:cubicBezTo>
                  <a:pt x="148" y="237"/>
                  <a:pt x="150" y="244"/>
                  <a:pt x="153" y="250"/>
                </a:cubicBezTo>
                <a:cubicBezTo>
                  <a:pt x="161" y="270"/>
                  <a:pt x="155" y="302"/>
                  <a:pt x="135" y="311"/>
                </a:cubicBezTo>
                <a:cubicBezTo>
                  <a:pt x="94" y="330"/>
                  <a:pt x="70" y="299"/>
                  <a:pt x="56" y="280"/>
                </a:cubicBezTo>
                <a:cubicBezTo>
                  <a:pt x="33" y="248"/>
                  <a:pt x="1" y="204"/>
                  <a:pt x="0" y="164"/>
                </a:cubicBezTo>
                <a:cubicBezTo>
                  <a:pt x="0" y="145"/>
                  <a:pt x="11" y="128"/>
                  <a:pt x="29" y="117"/>
                </a:cubicBezTo>
                <a:cubicBezTo>
                  <a:pt x="37" y="112"/>
                  <a:pt x="50" y="108"/>
                  <a:pt x="63" y="109"/>
                </a:cubicBezTo>
                <a:cubicBezTo>
                  <a:pt x="70" y="109"/>
                  <a:pt x="77" y="112"/>
                  <a:pt x="83" y="116"/>
                </a:cubicBezTo>
                <a:lnTo>
                  <a:pt x="87" y="121"/>
                </a:lnTo>
                <a:lnTo>
                  <a:pt x="87" y="121"/>
                </a:lnTo>
                <a:cubicBezTo>
                  <a:pt x="84" y="112"/>
                  <a:pt x="81" y="104"/>
                  <a:pt x="80" y="98"/>
                </a:cubicBezTo>
                <a:cubicBezTo>
                  <a:pt x="77" y="79"/>
                  <a:pt x="104" y="57"/>
                  <a:pt x="117" y="54"/>
                </a:cubicBezTo>
                <a:cubicBezTo>
                  <a:pt x="133" y="51"/>
                  <a:pt x="157" y="53"/>
                  <a:pt x="171" y="67"/>
                </a:cubicBezTo>
                <a:cubicBezTo>
                  <a:pt x="173" y="69"/>
                  <a:pt x="175" y="71"/>
                  <a:pt x="177" y="73"/>
                </a:cubicBezTo>
                <a:lnTo>
                  <a:pt x="179" y="75"/>
                </a:lnTo>
                <a:lnTo>
                  <a:pt x="179" y="74"/>
                </a:lnTo>
                <a:cubicBezTo>
                  <a:pt x="178" y="72"/>
                  <a:pt x="177" y="69"/>
                  <a:pt x="177" y="66"/>
                </a:cubicBezTo>
                <a:cubicBezTo>
                  <a:pt x="174" y="51"/>
                  <a:pt x="188" y="28"/>
                  <a:pt x="208" y="23"/>
                </a:cubicBezTo>
                <a:cubicBezTo>
                  <a:pt x="227" y="19"/>
                  <a:pt x="247" y="22"/>
                  <a:pt x="261" y="36"/>
                </a:cubicBezTo>
                <a:lnTo>
                  <a:pt x="265" y="40"/>
                </a:lnTo>
                <a:lnTo>
                  <a:pt x="265" y="37"/>
                </a:lnTo>
                <a:cubicBezTo>
                  <a:pt x="267" y="15"/>
                  <a:pt x="295" y="0"/>
                  <a:pt x="319" y="0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1"/>
            </p:custDataLst>
          </p:nvPr>
        </p:nvSpPr>
        <p:spPr>
          <a:xfrm>
            <a:off x="3463258" y="794326"/>
            <a:ext cx="259247" cy="237001"/>
          </a:xfrm>
          <a:custGeom>
            <a:avLst/>
            <a:gdLst>
              <a:gd name="connsiteX0" fmla="*/ 28438 w 209790"/>
              <a:gd name="connsiteY0" fmla="*/ 98976 h 191778"/>
              <a:gd name="connsiteX1" fmla="*/ 879 w 209790"/>
              <a:gd name="connsiteY1" fmla="*/ 15383 h 191778"/>
              <a:gd name="connsiteX2" fmla="*/ 54376 w 209790"/>
              <a:gd name="connsiteY2" fmla="*/ 21374 h 191778"/>
              <a:gd name="connsiteX3" fmla="*/ 71785 w 209790"/>
              <a:gd name="connsiteY3" fmla="*/ 66976 h 191778"/>
              <a:gd name="connsiteX4" fmla="*/ 105546 w 209790"/>
              <a:gd name="connsiteY4" fmla="*/ 84104 h 191778"/>
              <a:gd name="connsiteX5" fmla="*/ 157069 w 209790"/>
              <a:gd name="connsiteY5" fmla="*/ 70078 h 191778"/>
              <a:gd name="connsiteX6" fmla="*/ 205209 w 209790"/>
              <a:gd name="connsiteY6" fmla="*/ 98623 h 191778"/>
              <a:gd name="connsiteX7" fmla="*/ 209791 w 209790"/>
              <a:gd name="connsiteY7" fmla="*/ 180102 h 191778"/>
              <a:gd name="connsiteX8" fmla="*/ 150303 w 209790"/>
              <a:gd name="connsiteY8" fmla="*/ 191661 h 191778"/>
              <a:gd name="connsiteX9" fmla="*/ 67485 w 209790"/>
              <a:gd name="connsiteY9" fmla="*/ 143521 h 191778"/>
              <a:gd name="connsiteX10" fmla="*/ 28438 w 209790"/>
              <a:gd name="connsiteY10" fmla="*/ 98976 h 19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790" h="191778">
                <a:moveTo>
                  <a:pt x="28438" y="98976"/>
                </a:moveTo>
                <a:cubicBezTo>
                  <a:pt x="24350" y="69302"/>
                  <a:pt x="10817" y="35752"/>
                  <a:pt x="879" y="15383"/>
                </a:cubicBezTo>
                <a:cubicBezTo>
                  <a:pt x="-6804" y="-194"/>
                  <a:pt x="37953" y="-11894"/>
                  <a:pt x="54376" y="21374"/>
                </a:cubicBezTo>
                <a:cubicBezTo>
                  <a:pt x="66287" y="45691"/>
                  <a:pt x="71785" y="66976"/>
                  <a:pt x="71785" y="66976"/>
                </a:cubicBezTo>
                <a:lnTo>
                  <a:pt x="105546" y="84104"/>
                </a:lnTo>
                <a:cubicBezTo>
                  <a:pt x="105546" y="84104"/>
                  <a:pt x="128242" y="73038"/>
                  <a:pt x="157069" y="70078"/>
                </a:cubicBezTo>
                <a:cubicBezTo>
                  <a:pt x="177298" y="67963"/>
                  <a:pt x="205209" y="98623"/>
                  <a:pt x="205209" y="98623"/>
                </a:cubicBezTo>
                <a:lnTo>
                  <a:pt x="209791" y="180102"/>
                </a:lnTo>
                <a:cubicBezTo>
                  <a:pt x="209791" y="180102"/>
                  <a:pt x="171095" y="193141"/>
                  <a:pt x="150303" y="191661"/>
                </a:cubicBezTo>
                <a:cubicBezTo>
                  <a:pt x="129369" y="189969"/>
                  <a:pt x="89476" y="161353"/>
                  <a:pt x="67485" y="143521"/>
                </a:cubicBezTo>
                <a:cubicBezTo>
                  <a:pt x="51204" y="130129"/>
                  <a:pt x="31257" y="120755"/>
                  <a:pt x="28438" y="9897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2"/>
            </p:custDataLst>
          </p:nvPr>
        </p:nvSpPr>
        <p:spPr>
          <a:xfrm>
            <a:off x="3622751" y="978690"/>
            <a:ext cx="275059" cy="192412"/>
          </a:xfrm>
          <a:custGeom>
            <a:avLst/>
            <a:gdLst>
              <a:gd name="connsiteX0" fmla="*/ 193124 w 222585"/>
              <a:gd name="connsiteY0" fmla="*/ 0 h 155697"/>
              <a:gd name="connsiteX1" fmla="*/ 0 w 222585"/>
              <a:gd name="connsiteY1" fmla="*/ 87469 h 155697"/>
              <a:gd name="connsiteX2" fmla="*/ 13181 w 222585"/>
              <a:gd name="connsiteY2" fmla="*/ 155697 h 155697"/>
              <a:gd name="connsiteX3" fmla="*/ 222586 w 222585"/>
              <a:gd name="connsiteY3" fmla="*/ 62307 h 155697"/>
              <a:gd name="connsiteX4" fmla="*/ 193124 w 222585"/>
              <a:gd name="connsiteY4" fmla="*/ 0 h 15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585" h="155697">
                <a:moveTo>
                  <a:pt x="193124" y="0"/>
                </a:moveTo>
                <a:lnTo>
                  <a:pt x="0" y="87469"/>
                </a:lnTo>
                <a:lnTo>
                  <a:pt x="13181" y="155697"/>
                </a:lnTo>
                <a:lnTo>
                  <a:pt x="222586" y="62307"/>
                </a:lnTo>
                <a:lnTo>
                  <a:pt x="193124" y="0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3"/>
            </p:custDataLst>
          </p:nvPr>
        </p:nvSpPr>
        <p:spPr>
          <a:xfrm>
            <a:off x="1748252" y="2470981"/>
            <a:ext cx="1765086" cy="2173091"/>
          </a:xfrm>
          <a:custGeom>
            <a:avLst/>
            <a:gdLst>
              <a:gd name="connsiteX0" fmla="*/ 91188 w 1428357"/>
              <a:gd name="connsiteY0" fmla="*/ 326004 h 1758434"/>
              <a:gd name="connsiteX1" fmla="*/ 20141 w 1428357"/>
              <a:gd name="connsiteY1" fmla="*/ 733185 h 1758434"/>
              <a:gd name="connsiteX2" fmla="*/ 15066 w 1428357"/>
              <a:gd name="connsiteY2" fmla="*/ 1415038 h 1758434"/>
              <a:gd name="connsiteX3" fmla="*/ 99716 w 1428357"/>
              <a:gd name="connsiteY3" fmla="*/ 1656865 h 1758434"/>
              <a:gd name="connsiteX4" fmla="*/ 332310 w 1428357"/>
              <a:gd name="connsiteY4" fmla="*/ 1758431 h 1758434"/>
              <a:gd name="connsiteX5" fmla="*/ 1112558 w 1428357"/>
              <a:gd name="connsiteY5" fmla="*/ 1755118 h 1758434"/>
              <a:gd name="connsiteX6" fmla="*/ 1425996 w 1428357"/>
              <a:gd name="connsiteY6" fmla="*/ 1395232 h 1758434"/>
              <a:gd name="connsiteX7" fmla="*/ 1292219 w 1428357"/>
              <a:gd name="connsiteY7" fmla="*/ 281952 h 1758434"/>
              <a:gd name="connsiteX8" fmla="*/ 962781 w 1428357"/>
              <a:gd name="connsiteY8" fmla="*/ 373 h 1758434"/>
              <a:gd name="connsiteX9" fmla="*/ 392503 w 1428357"/>
              <a:gd name="connsiteY9" fmla="*/ 27931 h 1758434"/>
              <a:gd name="connsiteX10" fmla="*/ 91329 w 1428357"/>
              <a:gd name="connsiteY10" fmla="*/ 326004 h 175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28357" h="1758434">
                <a:moveTo>
                  <a:pt x="91188" y="326004"/>
                </a:moveTo>
                <a:cubicBezTo>
                  <a:pt x="62149" y="447306"/>
                  <a:pt x="36704" y="583620"/>
                  <a:pt x="20141" y="733185"/>
                </a:cubicBezTo>
                <a:cubicBezTo>
                  <a:pt x="-8616" y="992915"/>
                  <a:pt x="-3118" y="1224170"/>
                  <a:pt x="15066" y="1415038"/>
                </a:cubicBezTo>
                <a:cubicBezTo>
                  <a:pt x="13656" y="1434984"/>
                  <a:pt x="7172" y="1556709"/>
                  <a:pt x="99716" y="1656865"/>
                </a:cubicBezTo>
                <a:cubicBezTo>
                  <a:pt x="157583" y="1719524"/>
                  <a:pt x="240189" y="1758854"/>
                  <a:pt x="332310" y="1758431"/>
                </a:cubicBezTo>
                <a:lnTo>
                  <a:pt x="1112558" y="1755118"/>
                </a:lnTo>
                <a:cubicBezTo>
                  <a:pt x="1302298" y="1754343"/>
                  <a:pt x="1448903" y="1585959"/>
                  <a:pt x="1425996" y="1395232"/>
                </a:cubicBezTo>
                <a:lnTo>
                  <a:pt x="1292219" y="281952"/>
                </a:lnTo>
                <a:cubicBezTo>
                  <a:pt x="1272202" y="115189"/>
                  <a:pt x="1128487" y="-7663"/>
                  <a:pt x="962781" y="373"/>
                </a:cubicBezTo>
                <a:lnTo>
                  <a:pt x="392503" y="27931"/>
                </a:lnTo>
                <a:cubicBezTo>
                  <a:pt x="232083" y="35684"/>
                  <a:pt x="102677" y="163752"/>
                  <a:pt x="91329" y="326004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4"/>
            </p:custDataLst>
          </p:nvPr>
        </p:nvSpPr>
        <p:spPr>
          <a:xfrm>
            <a:off x="2918107" y="1005399"/>
            <a:ext cx="1447034" cy="2367564"/>
          </a:xfrm>
          <a:custGeom>
            <a:avLst/>
            <a:gdLst>
              <a:gd name="connsiteX0" fmla="*/ 791696 w 1170980"/>
              <a:gd name="connsiteY0" fmla="*/ 0 h 1915799"/>
              <a:gd name="connsiteX1" fmla="*/ 1149327 w 1170980"/>
              <a:gd name="connsiteY1" fmla="*/ 1071342 h 1915799"/>
              <a:gd name="connsiteX2" fmla="*/ 739539 w 1170980"/>
              <a:gd name="connsiteY2" fmla="*/ 1541535 h 1915799"/>
              <a:gd name="connsiteX3" fmla="*/ 440832 w 1170980"/>
              <a:gd name="connsiteY3" fmla="*/ 1915800 h 1915799"/>
              <a:gd name="connsiteX4" fmla="*/ 396991 w 1170980"/>
              <a:gd name="connsiteY4" fmla="*/ 1895712 h 1915799"/>
              <a:gd name="connsiteX5" fmla="*/ 16101 w 1170980"/>
              <a:gd name="connsiteY5" fmla="*/ 1249594 h 1915799"/>
              <a:gd name="connsiteX6" fmla="*/ 659118 w 1170980"/>
              <a:gd name="connsiteY6" fmla="*/ 821973 h 1915799"/>
              <a:gd name="connsiteX7" fmla="*/ 508495 w 1170980"/>
              <a:gd name="connsiteY7" fmla="*/ 167115 h 1915799"/>
              <a:gd name="connsiteX8" fmla="*/ 791626 w 1170980"/>
              <a:gd name="connsiteY8" fmla="*/ 0 h 191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0980" h="1915799">
                <a:moveTo>
                  <a:pt x="791696" y="0"/>
                </a:moveTo>
                <a:cubicBezTo>
                  <a:pt x="816154" y="75487"/>
                  <a:pt x="1274646" y="813797"/>
                  <a:pt x="1149327" y="1071342"/>
                </a:cubicBezTo>
                <a:cubicBezTo>
                  <a:pt x="1044519" y="1286668"/>
                  <a:pt x="857880" y="1378014"/>
                  <a:pt x="739539" y="1541535"/>
                </a:cubicBezTo>
                <a:cubicBezTo>
                  <a:pt x="576794" y="1766587"/>
                  <a:pt x="440832" y="1915800"/>
                  <a:pt x="440832" y="1915800"/>
                </a:cubicBezTo>
                <a:cubicBezTo>
                  <a:pt x="440832" y="1915800"/>
                  <a:pt x="423845" y="1909315"/>
                  <a:pt x="396991" y="1895712"/>
                </a:cubicBezTo>
                <a:cubicBezTo>
                  <a:pt x="280906" y="1837141"/>
                  <a:pt x="-80038" y="1617656"/>
                  <a:pt x="16101" y="1249594"/>
                </a:cubicBezTo>
                <a:cubicBezTo>
                  <a:pt x="16101" y="1249594"/>
                  <a:pt x="550856" y="912403"/>
                  <a:pt x="659118" y="821973"/>
                </a:cubicBezTo>
                <a:cubicBezTo>
                  <a:pt x="721002" y="770380"/>
                  <a:pt x="521394" y="294196"/>
                  <a:pt x="508495" y="167115"/>
                </a:cubicBezTo>
                <a:cubicBezTo>
                  <a:pt x="501799" y="100932"/>
                  <a:pt x="791626" y="0"/>
                  <a:pt x="791626" y="0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5"/>
            </p:custDataLst>
          </p:nvPr>
        </p:nvSpPr>
        <p:spPr>
          <a:xfrm>
            <a:off x="2535955" y="2288611"/>
            <a:ext cx="468134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1585" y="367146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6"/>
            </p:custDataLst>
          </p:nvPr>
        </p:nvSpPr>
        <p:spPr>
          <a:xfrm>
            <a:off x="2535955" y="2288611"/>
            <a:ext cx="468134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5673" y="365102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17"/>
            </p:custDataLst>
          </p:nvPr>
        </p:nvSpPr>
        <p:spPr>
          <a:xfrm>
            <a:off x="2413002" y="1810488"/>
            <a:ext cx="621362" cy="723550"/>
          </a:xfrm>
          <a:custGeom>
            <a:avLst/>
            <a:gdLst>
              <a:gd name="connsiteX0" fmla="*/ 21965 w 502823"/>
              <a:gd name="connsiteY0" fmla="*/ 307526 h 585486"/>
              <a:gd name="connsiteX1" fmla="*/ 402855 w 502823"/>
              <a:gd name="connsiteY1" fmla="*/ 573741 h 585486"/>
              <a:gd name="connsiteX2" fmla="*/ 498360 w 502823"/>
              <a:gd name="connsiteY2" fmla="*/ 326839 h 585486"/>
              <a:gd name="connsiteX3" fmla="*/ 444158 w 502823"/>
              <a:gd name="connsiteY3" fmla="*/ 139636 h 585486"/>
              <a:gd name="connsiteX4" fmla="*/ 90404 w 502823"/>
              <a:gd name="connsiteY4" fmla="*/ 29612 h 585486"/>
              <a:gd name="connsiteX5" fmla="*/ 22106 w 502823"/>
              <a:gd name="connsiteY5" fmla="*/ 307526 h 58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823" h="585486">
                <a:moveTo>
                  <a:pt x="21965" y="307526"/>
                </a:moveTo>
                <a:cubicBezTo>
                  <a:pt x="76589" y="471470"/>
                  <a:pt x="197679" y="630550"/>
                  <a:pt x="402855" y="573741"/>
                </a:cubicBezTo>
                <a:cubicBezTo>
                  <a:pt x="446766" y="561618"/>
                  <a:pt x="521901" y="467170"/>
                  <a:pt x="498360" y="326839"/>
                </a:cubicBezTo>
                <a:cubicBezTo>
                  <a:pt x="489690" y="275104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8"/>
            </p:custDataLst>
          </p:nvPr>
        </p:nvSpPr>
        <p:spPr>
          <a:xfrm>
            <a:off x="2387328" y="1784229"/>
            <a:ext cx="623571" cy="585648"/>
          </a:xfrm>
          <a:custGeom>
            <a:avLst/>
            <a:gdLst>
              <a:gd name="connsiteX0" fmla="*/ 68327 w 504611"/>
              <a:gd name="connsiteY0" fmla="*/ 446904 h 473898"/>
              <a:gd name="connsiteX1" fmla="*/ 73684 w 504611"/>
              <a:gd name="connsiteY1" fmla="*/ 64181 h 473898"/>
              <a:gd name="connsiteX2" fmla="*/ 480371 w 504611"/>
              <a:gd name="connsiteY2" fmla="*/ 109079 h 473898"/>
              <a:gd name="connsiteX3" fmla="*/ 486221 w 504611"/>
              <a:gd name="connsiteY3" fmla="*/ 232354 h 473898"/>
              <a:gd name="connsiteX4" fmla="*/ 426170 w 504611"/>
              <a:gd name="connsiteY4" fmla="*/ 81026 h 473898"/>
              <a:gd name="connsiteX5" fmla="*/ 354630 w 504611"/>
              <a:gd name="connsiteY5" fmla="*/ 132550 h 473898"/>
              <a:gd name="connsiteX6" fmla="*/ 346242 w 504611"/>
              <a:gd name="connsiteY6" fmla="*/ 74965 h 473898"/>
              <a:gd name="connsiteX7" fmla="*/ 171021 w 504611"/>
              <a:gd name="connsiteY7" fmla="*/ 196971 h 473898"/>
              <a:gd name="connsiteX8" fmla="*/ 151497 w 504611"/>
              <a:gd name="connsiteY8" fmla="*/ 188302 h 473898"/>
              <a:gd name="connsiteX9" fmla="*/ 174898 w 504611"/>
              <a:gd name="connsiteY9" fmla="*/ 230662 h 473898"/>
              <a:gd name="connsiteX10" fmla="*/ 161013 w 504611"/>
              <a:gd name="connsiteY10" fmla="*/ 358166 h 473898"/>
              <a:gd name="connsiteX11" fmla="*/ 150229 w 504611"/>
              <a:gd name="connsiteY11" fmla="*/ 404050 h 473898"/>
              <a:gd name="connsiteX12" fmla="*/ 116115 w 504611"/>
              <a:gd name="connsiteY12" fmla="*/ 473899 h 473898"/>
              <a:gd name="connsiteX13" fmla="*/ 68327 w 504611"/>
              <a:gd name="connsiteY13" fmla="*/ 447045 h 473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4611" h="473898">
                <a:moveTo>
                  <a:pt x="68327" y="446904"/>
                </a:moveTo>
                <a:cubicBezTo>
                  <a:pt x="68327" y="446904"/>
                  <a:pt x="-88920" y="173571"/>
                  <a:pt x="73684" y="64181"/>
                </a:cubicBezTo>
                <a:cubicBezTo>
                  <a:pt x="236288" y="-45279"/>
                  <a:pt x="429483" y="-4399"/>
                  <a:pt x="480371" y="109079"/>
                </a:cubicBezTo>
                <a:cubicBezTo>
                  <a:pt x="531260" y="222556"/>
                  <a:pt x="486221" y="232354"/>
                  <a:pt x="486221" y="232354"/>
                </a:cubicBezTo>
                <a:cubicBezTo>
                  <a:pt x="486221" y="232354"/>
                  <a:pt x="436954" y="99211"/>
                  <a:pt x="426170" y="81026"/>
                </a:cubicBezTo>
                <a:cubicBezTo>
                  <a:pt x="386699" y="91599"/>
                  <a:pt x="402487" y="124726"/>
                  <a:pt x="354630" y="132550"/>
                </a:cubicBezTo>
                <a:cubicBezTo>
                  <a:pt x="303811" y="140867"/>
                  <a:pt x="389166" y="72498"/>
                  <a:pt x="346242" y="74965"/>
                </a:cubicBezTo>
                <a:cubicBezTo>
                  <a:pt x="339123" y="72216"/>
                  <a:pt x="174898" y="198874"/>
                  <a:pt x="171021" y="196971"/>
                </a:cubicBezTo>
                <a:cubicBezTo>
                  <a:pt x="162775" y="192813"/>
                  <a:pt x="153894" y="188513"/>
                  <a:pt x="151497" y="188302"/>
                </a:cubicBezTo>
                <a:cubicBezTo>
                  <a:pt x="146705" y="187808"/>
                  <a:pt x="174898" y="230662"/>
                  <a:pt x="174898" y="230662"/>
                </a:cubicBezTo>
                <a:lnTo>
                  <a:pt x="161013" y="358166"/>
                </a:lnTo>
                <a:cubicBezTo>
                  <a:pt x="161013" y="358166"/>
                  <a:pt x="196818" y="431257"/>
                  <a:pt x="150229" y="404050"/>
                </a:cubicBezTo>
                <a:cubicBezTo>
                  <a:pt x="128449" y="391363"/>
                  <a:pt x="116115" y="473899"/>
                  <a:pt x="116115" y="473899"/>
                </a:cubicBezTo>
                <a:lnTo>
                  <a:pt x="68327" y="447045"/>
                </a:ln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19"/>
            </p:custDataLst>
          </p:nvPr>
        </p:nvSpPr>
        <p:spPr>
          <a:xfrm>
            <a:off x="2246018" y="1636133"/>
            <a:ext cx="770177" cy="714709"/>
          </a:xfrm>
          <a:custGeom>
            <a:avLst/>
            <a:gdLst>
              <a:gd name="connsiteX0" fmla="*/ 303248 w 623249"/>
              <a:gd name="connsiteY0" fmla="*/ 514828 h 578332"/>
              <a:gd name="connsiteX1" fmla="*/ 223884 w 623249"/>
              <a:gd name="connsiteY1" fmla="*/ 578333 h 578332"/>
              <a:gd name="connsiteX2" fmla="*/ 148467 w 623249"/>
              <a:gd name="connsiteY2" fmla="*/ 541470 h 578332"/>
              <a:gd name="connsiteX3" fmla="*/ 96098 w 623249"/>
              <a:gd name="connsiteY3" fmla="*/ 521664 h 578332"/>
              <a:gd name="connsiteX4" fmla="*/ 34143 w 623249"/>
              <a:gd name="connsiteY4" fmla="*/ 317546 h 578332"/>
              <a:gd name="connsiteX5" fmla="*/ 805 w 623249"/>
              <a:gd name="connsiteY5" fmla="*/ 322973 h 578332"/>
              <a:gd name="connsiteX6" fmla="*/ 77138 w 623249"/>
              <a:gd name="connsiteY6" fmla="*/ 189337 h 578332"/>
              <a:gd name="connsiteX7" fmla="*/ 100891 w 623249"/>
              <a:gd name="connsiteY7" fmla="*/ 101515 h 578332"/>
              <a:gd name="connsiteX8" fmla="*/ 116961 w 623249"/>
              <a:gd name="connsiteY8" fmla="*/ 122237 h 578332"/>
              <a:gd name="connsiteX9" fmla="*/ 240659 w 623249"/>
              <a:gd name="connsiteY9" fmla="*/ 39208 h 578332"/>
              <a:gd name="connsiteX10" fmla="*/ 234738 w 623249"/>
              <a:gd name="connsiteY10" fmla="*/ 2839 h 578332"/>
              <a:gd name="connsiteX11" fmla="*/ 351529 w 623249"/>
              <a:gd name="connsiteY11" fmla="*/ 18204 h 578332"/>
              <a:gd name="connsiteX12" fmla="*/ 493481 w 623249"/>
              <a:gd name="connsiteY12" fmla="*/ 52811 h 578332"/>
              <a:gd name="connsiteX13" fmla="*/ 545146 w 623249"/>
              <a:gd name="connsiteY13" fmla="*/ 7138 h 578332"/>
              <a:gd name="connsiteX14" fmla="*/ 586096 w 623249"/>
              <a:gd name="connsiteY14" fmla="*/ 96934 h 578332"/>
              <a:gd name="connsiteX15" fmla="*/ 610413 w 623249"/>
              <a:gd name="connsiteY15" fmla="*/ 148880 h 578332"/>
              <a:gd name="connsiteX16" fmla="*/ 596034 w 623249"/>
              <a:gd name="connsiteY16" fmla="*/ 258481 h 578332"/>
              <a:gd name="connsiteX17" fmla="*/ 539789 w 623249"/>
              <a:gd name="connsiteY17" fmla="*/ 239169 h 578332"/>
              <a:gd name="connsiteX18" fmla="*/ 428849 w 623249"/>
              <a:gd name="connsiteY18" fmla="*/ 319026 h 578332"/>
              <a:gd name="connsiteX19" fmla="*/ 405237 w 623249"/>
              <a:gd name="connsiteY19" fmla="*/ 255168 h 578332"/>
              <a:gd name="connsiteX20" fmla="*/ 319529 w 623249"/>
              <a:gd name="connsiteY20" fmla="*/ 398108 h 578332"/>
              <a:gd name="connsiteX21" fmla="*/ 303036 w 623249"/>
              <a:gd name="connsiteY21" fmla="*/ 514898 h 57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23249" h="578332">
                <a:moveTo>
                  <a:pt x="303248" y="514828"/>
                </a:moveTo>
                <a:lnTo>
                  <a:pt x="223884" y="578333"/>
                </a:lnTo>
                <a:cubicBezTo>
                  <a:pt x="223884" y="578333"/>
                  <a:pt x="173348" y="560501"/>
                  <a:pt x="148467" y="541470"/>
                </a:cubicBezTo>
                <a:cubicBezTo>
                  <a:pt x="148467" y="541470"/>
                  <a:pt x="115199" y="534140"/>
                  <a:pt x="96098" y="521664"/>
                </a:cubicBezTo>
                <a:cubicBezTo>
                  <a:pt x="76997" y="509189"/>
                  <a:pt x="21597" y="364699"/>
                  <a:pt x="34143" y="317546"/>
                </a:cubicBezTo>
                <a:cubicBezTo>
                  <a:pt x="34143" y="317546"/>
                  <a:pt x="5527" y="333052"/>
                  <a:pt x="805" y="322973"/>
                </a:cubicBezTo>
                <a:cubicBezTo>
                  <a:pt x="-3917" y="312823"/>
                  <a:pt x="10954" y="203152"/>
                  <a:pt x="77138" y="189337"/>
                </a:cubicBezTo>
                <a:cubicBezTo>
                  <a:pt x="77138" y="189337"/>
                  <a:pt x="50707" y="132951"/>
                  <a:pt x="100891" y="101515"/>
                </a:cubicBezTo>
                <a:cubicBezTo>
                  <a:pt x="100891" y="101515"/>
                  <a:pt x="110688" y="115471"/>
                  <a:pt x="116961" y="122237"/>
                </a:cubicBezTo>
                <a:cubicBezTo>
                  <a:pt x="123234" y="129004"/>
                  <a:pt x="189418" y="39772"/>
                  <a:pt x="240659" y="39208"/>
                </a:cubicBezTo>
                <a:cubicBezTo>
                  <a:pt x="240659" y="39208"/>
                  <a:pt x="227126" y="7914"/>
                  <a:pt x="234738" y="2839"/>
                </a:cubicBezTo>
                <a:cubicBezTo>
                  <a:pt x="254192" y="-10060"/>
                  <a:pt x="324745" y="25605"/>
                  <a:pt x="351529" y="18204"/>
                </a:cubicBezTo>
                <a:cubicBezTo>
                  <a:pt x="378312" y="10733"/>
                  <a:pt x="478821" y="724"/>
                  <a:pt x="493481" y="52811"/>
                </a:cubicBezTo>
                <a:cubicBezTo>
                  <a:pt x="493481" y="52811"/>
                  <a:pt x="546626" y="25534"/>
                  <a:pt x="545146" y="7138"/>
                </a:cubicBezTo>
                <a:cubicBezTo>
                  <a:pt x="543736" y="-11258"/>
                  <a:pt x="596951" y="39208"/>
                  <a:pt x="586096" y="96934"/>
                </a:cubicBezTo>
                <a:cubicBezTo>
                  <a:pt x="586096" y="96934"/>
                  <a:pt x="590889" y="172280"/>
                  <a:pt x="610413" y="148880"/>
                </a:cubicBezTo>
                <a:cubicBezTo>
                  <a:pt x="629937" y="125479"/>
                  <a:pt x="628738" y="236067"/>
                  <a:pt x="596034" y="258481"/>
                </a:cubicBezTo>
                <a:cubicBezTo>
                  <a:pt x="563330" y="280894"/>
                  <a:pt x="547049" y="255098"/>
                  <a:pt x="539789" y="239169"/>
                </a:cubicBezTo>
                <a:cubicBezTo>
                  <a:pt x="532529" y="223239"/>
                  <a:pt x="516459" y="323819"/>
                  <a:pt x="428849" y="319026"/>
                </a:cubicBezTo>
                <a:cubicBezTo>
                  <a:pt x="412849" y="318180"/>
                  <a:pt x="405237" y="255168"/>
                  <a:pt x="405237" y="255168"/>
                </a:cubicBezTo>
                <a:cubicBezTo>
                  <a:pt x="405237" y="255168"/>
                  <a:pt x="381766" y="369351"/>
                  <a:pt x="319529" y="398108"/>
                </a:cubicBezTo>
                <a:cubicBezTo>
                  <a:pt x="257293" y="426865"/>
                  <a:pt x="303036" y="514898"/>
                  <a:pt x="303036" y="514898"/>
                </a:cubicBez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0"/>
            </p:custDataLst>
          </p:nvPr>
        </p:nvSpPr>
        <p:spPr>
          <a:xfrm>
            <a:off x="2413002" y="1810575"/>
            <a:ext cx="622411" cy="730380"/>
          </a:xfrm>
          <a:custGeom>
            <a:avLst/>
            <a:gdLst>
              <a:gd name="connsiteX0" fmla="*/ 21965 w 503672"/>
              <a:gd name="connsiteY0" fmla="*/ 307456 h 591013"/>
              <a:gd name="connsiteX1" fmla="*/ 421533 w 503672"/>
              <a:gd name="connsiteY1" fmla="*/ 567256 h 591013"/>
              <a:gd name="connsiteX2" fmla="*/ 498360 w 503672"/>
              <a:gd name="connsiteY2" fmla="*/ 326839 h 591013"/>
              <a:gd name="connsiteX3" fmla="*/ 444158 w 503672"/>
              <a:gd name="connsiteY3" fmla="*/ 139636 h 591013"/>
              <a:gd name="connsiteX4" fmla="*/ 90404 w 503672"/>
              <a:gd name="connsiteY4" fmla="*/ 29612 h 591013"/>
              <a:gd name="connsiteX5" fmla="*/ 22106 w 503672"/>
              <a:gd name="connsiteY5" fmla="*/ 307526 h 59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72" h="591013">
                <a:moveTo>
                  <a:pt x="21965" y="307456"/>
                </a:moveTo>
                <a:cubicBezTo>
                  <a:pt x="76589" y="471399"/>
                  <a:pt x="175970" y="657897"/>
                  <a:pt x="421533" y="567256"/>
                </a:cubicBezTo>
                <a:cubicBezTo>
                  <a:pt x="449092" y="557107"/>
                  <a:pt x="524157" y="470060"/>
                  <a:pt x="498360" y="326839"/>
                </a:cubicBezTo>
                <a:cubicBezTo>
                  <a:pt x="489056" y="275245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1"/>
            </p:custDataLst>
          </p:nvPr>
        </p:nvSpPr>
        <p:spPr>
          <a:xfrm>
            <a:off x="2442028" y="2241379"/>
            <a:ext cx="150110" cy="169493"/>
          </a:xfrm>
          <a:custGeom>
            <a:avLst/>
            <a:gdLst>
              <a:gd name="connsiteX0" fmla="*/ 112096 w 121473"/>
              <a:gd name="connsiteY0" fmla="*/ 46324 h 137151"/>
              <a:gd name="connsiteX1" fmla="*/ 53384 w 121473"/>
              <a:gd name="connsiteY1" fmla="*/ 228 h 137151"/>
              <a:gd name="connsiteX2" fmla="*/ 11376 w 121473"/>
              <a:gd name="connsiteY2" fmla="*/ 14607 h 137151"/>
              <a:gd name="connsiteX3" fmla="*/ 1015 w 121473"/>
              <a:gd name="connsiteY3" fmla="*/ 59434 h 137151"/>
              <a:gd name="connsiteX4" fmla="*/ 12433 w 121473"/>
              <a:gd name="connsiteY4" fmla="*/ 93829 h 137151"/>
              <a:gd name="connsiteX5" fmla="*/ 47463 w 121473"/>
              <a:gd name="connsiteY5" fmla="*/ 128437 h 137151"/>
              <a:gd name="connsiteX6" fmla="*/ 88907 w 121473"/>
              <a:gd name="connsiteY6" fmla="*/ 135626 h 137151"/>
              <a:gd name="connsiteX7" fmla="*/ 121470 w 121473"/>
              <a:gd name="connsiteY7" fmla="*/ 107292 h 137151"/>
              <a:gd name="connsiteX8" fmla="*/ 112026 w 121473"/>
              <a:gd name="connsiteY8" fmla="*/ 46324 h 13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73" h="137151">
                <a:moveTo>
                  <a:pt x="112096" y="46324"/>
                </a:moveTo>
                <a:cubicBezTo>
                  <a:pt x="108854" y="37866"/>
                  <a:pt x="88414" y="3188"/>
                  <a:pt x="53384" y="228"/>
                </a:cubicBezTo>
                <a:cubicBezTo>
                  <a:pt x="49578" y="-124"/>
                  <a:pt x="26318" y="-1887"/>
                  <a:pt x="11376" y="14607"/>
                </a:cubicBezTo>
                <a:cubicBezTo>
                  <a:pt x="-3496" y="31029"/>
                  <a:pt x="169" y="54147"/>
                  <a:pt x="1015" y="59434"/>
                </a:cubicBezTo>
                <a:cubicBezTo>
                  <a:pt x="2002" y="67328"/>
                  <a:pt x="4610" y="80156"/>
                  <a:pt x="12433" y="93829"/>
                </a:cubicBezTo>
                <a:cubicBezTo>
                  <a:pt x="16380" y="100807"/>
                  <a:pt x="26459" y="118005"/>
                  <a:pt x="47463" y="128437"/>
                </a:cubicBezTo>
                <a:cubicBezTo>
                  <a:pt x="56696" y="133018"/>
                  <a:pt x="71287" y="140348"/>
                  <a:pt x="88907" y="135626"/>
                </a:cubicBezTo>
                <a:cubicBezTo>
                  <a:pt x="111180" y="129635"/>
                  <a:pt x="121682" y="109406"/>
                  <a:pt x="121470" y="107292"/>
                </a:cubicBezTo>
                <a:cubicBezTo>
                  <a:pt x="119708" y="85513"/>
                  <a:pt x="116678" y="58377"/>
                  <a:pt x="112026" y="46324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2"/>
            </p:custDataLst>
          </p:nvPr>
        </p:nvSpPr>
        <p:spPr>
          <a:xfrm>
            <a:off x="2480734" y="2284606"/>
            <a:ext cx="72496" cy="100002"/>
          </a:xfrm>
          <a:custGeom>
            <a:avLst/>
            <a:gdLst>
              <a:gd name="connsiteX0" fmla="*/ 5470 w 58666"/>
              <a:gd name="connsiteY0" fmla="*/ 36797 h 80920"/>
              <a:gd name="connsiteX1" fmla="*/ 5498 w 58666"/>
              <a:gd name="connsiteY1" fmla="*/ 36861 h 80920"/>
              <a:gd name="connsiteX2" fmla="*/ 5428 w 58666"/>
              <a:gd name="connsiteY2" fmla="*/ 36932 h 80920"/>
              <a:gd name="connsiteX3" fmla="*/ 19031 w 58666"/>
              <a:gd name="connsiteY3" fmla="*/ 924 h 80920"/>
              <a:gd name="connsiteX4" fmla="*/ 40105 w 58666"/>
              <a:gd name="connsiteY4" fmla="*/ 3452 h 80920"/>
              <a:gd name="connsiteX5" fmla="*/ 53638 w 58666"/>
              <a:gd name="connsiteY5" fmla="*/ 46024 h 80920"/>
              <a:gd name="connsiteX6" fmla="*/ 57374 w 58666"/>
              <a:gd name="connsiteY6" fmla="*/ 57865 h 80920"/>
              <a:gd name="connsiteX7" fmla="*/ 56449 w 58666"/>
              <a:gd name="connsiteY7" fmla="*/ 68068 h 80920"/>
              <a:gd name="connsiteX8" fmla="*/ 56116 w 58666"/>
              <a:gd name="connsiteY8" fmla="*/ 68172 h 80920"/>
              <a:gd name="connsiteX9" fmla="*/ 56061 w 58666"/>
              <a:gd name="connsiteY9" fmla="*/ 68763 h 80920"/>
              <a:gd name="connsiteX10" fmla="*/ 55720 w 58666"/>
              <a:gd name="connsiteY10" fmla="*/ 68868 h 80920"/>
              <a:gd name="connsiteX11" fmla="*/ 55646 w 58666"/>
              <a:gd name="connsiteY11" fmla="*/ 69600 h 80920"/>
              <a:gd name="connsiteX12" fmla="*/ 55325 w 58666"/>
              <a:gd name="connsiteY12" fmla="*/ 69697 h 80920"/>
              <a:gd name="connsiteX13" fmla="*/ 55268 w 58666"/>
              <a:gd name="connsiteY13" fmla="*/ 70217 h 80920"/>
              <a:gd name="connsiteX14" fmla="*/ 54931 w 58666"/>
              <a:gd name="connsiteY14" fmla="*/ 70315 h 80920"/>
              <a:gd name="connsiteX15" fmla="*/ 54853 w 58666"/>
              <a:gd name="connsiteY15" fmla="*/ 70983 h 80920"/>
              <a:gd name="connsiteX16" fmla="*/ 54507 w 58666"/>
              <a:gd name="connsiteY16" fmla="*/ 71082 h 80920"/>
              <a:gd name="connsiteX17" fmla="*/ 54431 w 58666"/>
              <a:gd name="connsiteY17" fmla="*/ 71697 h 80920"/>
              <a:gd name="connsiteX18" fmla="*/ 54110 w 58666"/>
              <a:gd name="connsiteY18" fmla="*/ 71784 h 80920"/>
              <a:gd name="connsiteX19" fmla="*/ 54016 w 58666"/>
              <a:gd name="connsiteY19" fmla="*/ 72508 h 80920"/>
              <a:gd name="connsiteX20" fmla="*/ 53684 w 58666"/>
              <a:gd name="connsiteY20" fmla="*/ 72597 h 80920"/>
              <a:gd name="connsiteX21" fmla="*/ 53603 w 58666"/>
              <a:gd name="connsiteY21" fmla="*/ 73195 h 80920"/>
              <a:gd name="connsiteX22" fmla="*/ 53256 w 58666"/>
              <a:gd name="connsiteY22" fmla="*/ 73284 h 80920"/>
              <a:gd name="connsiteX23" fmla="*/ 53154 w 58666"/>
              <a:gd name="connsiteY23" fmla="*/ 73988 h 80920"/>
              <a:gd name="connsiteX24" fmla="*/ 52866 w 58666"/>
              <a:gd name="connsiteY24" fmla="*/ 74060 h 80920"/>
              <a:gd name="connsiteX25" fmla="*/ 52766 w 58666"/>
              <a:gd name="connsiteY25" fmla="*/ 74728 h 80920"/>
              <a:gd name="connsiteX26" fmla="*/ 52453 w 58666"/>
              <a:gd name="connsiteY26" fmla="*/ 74805 h 80920"/>
              <a:gd name="connsiteX27" fmla="*/ 52343 w 58666"/>
              <a:gd name="connsiteY27" fmla="*/ 75513 h 80920"/>
              <a:gd name="connsiteX28" fmla="*/ 51999 w 58666"/>
              <a:gd name="connsiteY28" fmla="*/ 75592 h 80920"/>
              <a:gd name="connsiteX29" fmla="*/ 51902 w 58666"/>
              <a:gd name="connsiteY29" fmla="*/ 76182 h 80920"/>
              <a:gd name="connsiteX30" fmla="*/ 51693 w 58666"/>
              <a:gd name="connsiteY30" fmla="*/ 76230 h 80920"/>
              <a:gd name="connsiteX31" fmla="*/ 51559 w 58666"/>
              <a:gd name="connsiteY31" fmla="*/ 77010 h 80920"/>
              <a:gd name="connsiteX32" fmla="*/ 39259 w 58666"/>
              <a:gd name="connsiteY32" fmla="*/ 79715 h 80920"/>
              <a:gd name="connsiteX33" fmla="*/ 26432 w 58666"/>
              <a:gd name="connsiteY33" fmla="*/ 51944 h 80920"/>
              <a:gd name="connsiteX34" fmla="*/ 26607 w 58666"/>
              <a:gd name="connsiteY34" fmla="*/ 51693 h 80920"/>
              <a:gd name="connsiteX35" fmla="*/ 26572 w 58666"/>
              <a:gd name="connsiteY35" fmla="*/ 51380 h 80920"/>
              <a:gd name="connsiteX36" fmla="*/ 26870 w 58666"/>
              <a:gd name="connsiteY36" fmla="*/ 50946 h 80920"/>
              <a:gd name="connsiteX37" fmla="*/ 26855 w 58666"/>
              <a:gd name="connsiteY37" fmla="*/ 50817 h 80920"/>
              <a:gd name="connsiteX38" fmla="*/ 27152 w 58666"/>
              <a:gd name="connsiteY38" fmla="*/ 50378 h 80920"/>
              <a:gd name="connsiteX39" fmla="*/ 27136 w 58666"/>
              <a:gd name="connsiteY39" fmla="*/ 50253 h 80920"/>
              <a:gd name="connsiteX40" fmla="*/ 27434 w 58666"/>
              <a:gd name="connsiteY40" fmla="*/ 49803 h 80920"/>
              <a:gd name="connsiteX41" fmla="*/ 27419 w 58666"/>
              <a:gd name="connsiteY41" fmla="*/ 49689 h 80920"/>
              <a:gd name="connsiteX42" fmla="*/ 27724 w 58666"/>
              <a:gd name="connsiteY42" fmla="*/ 49223 h 80920"/>
              <a:gd name="connsiteX43" fmla="*/ 27700 w 58666"/>
              <a:gd name="connsiteY43" fmla="*/ 49054 h 80920"/>
              <a:gd name="connsiteX44" fmla="*/ 28239 w 58666"/>
              <a:gd name="connsiteY44" fmla="*/ 48220 h 80920"/>
              <a:gd name="connsiteX45" fmla="*/ 28193 w 58666"/>
              <a:gd name="connsiteY45" fmla="*/ 47927 h 80920"/>
              <a:gd name="connsiteX46" fmla="*/ 28778 w 58666"/>
              <a:gd name="connsiteY46" fmla="*/ 46993 h 80920"/>
              <a:gd name="connsiteX47" fmla="*/ 28757 w 58666"/>
              <a:gd name="connsiteY47" fmla="*/ 46870 h 80920"/>
              <a:gd name="connsiteX48" fmla="*/ 29348 w 58666"/>
              <a:gd name="connsiteY48" fmla="*/ 45891 h 80920"/>
              <a:gd name="connsiteX49" fmla="*/ 29321 w 58666"/>
              <a:gd name="connsiteY49" fmla="*/ 45742 h 80920"/>
              <a:gd name="connsiteX50" fmla="*/ 29552 w 58666"/>
              <a:gd name="connsiteY50" fmla="*/ 45348 h 80920"/>
              <a:gd name="connsiteX51" fmla="*/ 29533 w 58666"/>
              <a:gd name="connsiteY51" fmla="*/ 45249 h 80920"/>
              <a:gd name="connsiteX52" fmla="*/ 35083 w 58666"/>
              <a:gd name="connsiteY52" fmla="*/ 35584 h 80920"/>
              <a:gd name="connsiteX53" fmla="*/ 36232 w 58666"/>
              <a:gd name="connsiteY53" fmla="*/ 32637 h 80920"/>
              <a:gd name="connsiteX54" fmla="*/ 31083 w 58666"/>
              <a:gd name="connsiteY54" fmla="*/ 23610 h 80920"/>
              <a:gd name="connsiteX55" fmla="*/ 16705 w 58666"/>
              <a:gd name="connsiteY55" fmla="*/ 22623 h 80920"/>
              <a:gd name="connsiteX56" fmla="*/ 6631 w 58666"/>
              <a:gd name="connsiteY56" fmla="*/ 33051 h 80920"/>
              <a:gd name="connsiteX57" fmla="*/ 5470 w 58666"/>
              <a:gd name="connsiteY57" fmla="*/ 36797 h 80920"/>
              <a:gd name="connsiteX58" fmla="*/ 5439 w 58666"/>
              <a:gd name="connsiteY58" fmla="*/ 36728 h 80920"/>
              <a:gd name="connsiteX59" fmla="*/ 5286 w 58666"/>
              <a:gd name="connsiteY59" fmla="*/ 37214 h 80920"/>
              <a:gd name="connsiteX60" fmla="*/ 5244 w 58666"/>
              <a:gd name="connsiteY60" fmla="*/ 37118 h 80920"/>
              <a:gd name="connsiteX61" fmla="*/ 5075 w 58666"/>
              <a:gd name="connsiteY61" fmla="*/ 37636 h 80920"/>
              <a:gd name="connsiteX62" fmla="*/ 5035 w 58666"/>
              <a:gd name="connsiteY62" fmla="*/ 37542 h 80920"/>
              <a:gd name="connsiteX63" fmla="*/ 4863 w 58666"/>
              <a:gd name="connsiteY63" fmla="*/ 38059 h 80920"/>
              <a:gd name="connsiteX64" fmla="*/ 4793 w 58666"/>
              <a:gd name="connsiteY64" fmla="*/ 37989 h 80920"/>
              <a:gd name="connsiteX65" fmla="*/ 4755 w 58666"/>
              <a:gd name="connsiteY65" fmla="*/ 37899 h 80920"/>
              <a:gd name="connsiteX66" fmla="*/ 4581 w 58666"/>
              <a:gd name="connsiteY66" fmla="*/ 38411 h 80920"/>
              <a:gd name="connsiteX67" fmla="*/ 4517 w 58666"/>
              <a:gd name="connsiteY67" fmla="*/ 38255 h 80920"/>
              <a:gd name="connsiteX68" fmla="*/ 4352 w 58666"/>
              <a:gd name="connsiteY68" fmla="*/ 38718 h 80920"/>
              <a:gd name="connsiteX69" fmla="*/ 4370 w 58666"/>
              <a:gd name="connsiteY69" fmla="*/ 38764 h 80920"/>
              <a:gd name="connsiteX70" fmla="*/ 4350 w 58666"/>
              <a:gd name="connsiteY70" fmla="*/ 38724 h 80920"/>
              <a:gd name="connsiteX71" fmla="*/ 4159 w 58666"/>
              <a:gd name="connsiteY71" fmla="*/ 39258 h 80920"/>
              <a:gd name="connsiteX72" fmla="*/ 4159 w 58666"/>
              <a:gd name="connsiteY72" fmla="*/ 39187 h 80920"/>
              <a:gd name="connsiteX73" fmla="*/ 4092 w 58666"/>
              <a:gd name="connsiteY73" fmla="*/ 39017 h 80920"/>
              <a:gd name="connsiteX74" fmla="*/ 3948 w 58666"/>
              <a:gd name="connsiteY74" fmla="*/ 39399 h 80920"/>
              <a:gd name="connsiteX75" fmla="*/ 3948 w 58666"/>
              <a:gd name="connsiteY75" fmla="*/ 39539 h 80920"/>
              <a:gd name="connsiteX76" fmla="*/ 3921 w 58666"/>
              <a:gd name="connsiteY76" fmla="*/ 39470 h 80920"/>
              <a:gd name="connsiteX77" fmla="*/ 3736 w 58666"/>
              <a:gd name="connsiteY77" fmla="*/ 39962 h 80920"/>
              <a:gd name="connsiteX78" fmla="*/ 3697 w 58666"/>
              <a:gd name="connsiteY78" fmla="*/ 39861 h 80920"/>
              <a:gd name="connsiteX79" fmla="*/ 3524 w 58666"/>
              <a:gd name="connsiteY79" fmla="*/ 40314 h 80920"/>
              <a:gd name="connsiteX80" fmla="*/ 3469 w 58666"/>
              <a:gd name="connsiteY80" fmla="*/ 40166 h 80920"/>
              <a:gd name="connsiteX81" fmla="*/ 3243 w 58666"/>
              <a:gd name="connsiteY81" fmla="*/ 40738 h 80920"/>
              <a:gd name="connsiteX82" fmla="*/ 3227 w 58666"/>
              <a:gd name="connsiteY82" fmla="*/ 40694 h 80920"/>
              <a:gd name="connsiteX83" fmla="*/ 2890 w 58666"/>
              <a:gd name="connsiteY83" fmla="*/ 41513 h 80920"/>
              <a:gd name="connsiteX84" fmla="*/ 2820 w 58666"/>
              <a:gd name="connsiteY84" fmla="*/ 41513 h 80920"/>
              <a:gd name="connsiteX85" fmla="*/ 0 w 58666"/>
              <a:gd name="connsiteY85" fmla="*/ 33504 h 80920"/>
              <a:gd name="connsiteX86" fmla="*/ 1262 w 58666"/>
              <a:gd name="connsiteY86" fmla="*/ 26219 h 80920"/>
              <a:gd name="connsiteX87" fmla="*/ 2679 w 58666"/>
              <a:gd name="connsiteY87" fmla="*/ 17619 h 80920"/>
              <a:gd name="connsiteX88" fmla="*/ 2695 w 58666"/>
              <a:gd name="connsiteY88" fmla="*/ 17608 h 80920"/>
              <a:gd name="connsiteX89" fmla="*/ 2749 w 58666"/>
              <a:gd name="connsiteY89" fmla="*/ 17267 h 80920"/>
              <a:gd name="connsiteX90" fmla="*/ 2805 w 58666"/>
              <a:gd name="connsiteY90" fmla="*/ 17229 h 80920"/>
              <a:gd name="connsiteX91" fmla="*/ 2961 w 58666"/>
              <a:gd name="connsiteY91" fmla="*/ 16068 h 80920"/>
              <a:gd name="connsiteX92" fmla="*/ 2988 w 58666"/>
              <a:gd name="connsiteY92" fmla="*/ 16048 h 80920"/>
              <a:gd name="connsiteX93" fmla="*/ 3031 w 58666"/>
              <a:gd name="connsiteY93" fmla="*/ 15717 h 80920"/>
              <a:gd name="connsiteX94" fmla="*/ 3051 w 58666"/>
              <a:gd name="connsiteY94" fmla="*/ 15702 h 80920"/>
              <a:gd name="connsiteX95" fmla="*/ 3101 w 58666"/>
              <a:gd name="connsiteY95" fmla="*/ 15293 h 80920"/>
              <a:gd name="connsiteX96" fmla="*/ 3134 w 58666"/>
              <a:gd name="connsiteY96" fmla="*/ 15268 h 80920"/>
              <a:gd name="connsiteX97" fmla="*/ 3172 w 58666"/>
              <a:gd name="connsiteY97" fmla="*/ 14940 h 80920"/>
              <a:gd name="connsiteX98" fmla="*/ 3198 w 58666"/>
              <a:gd name="connsiteY98" fmla="*/ 14920 h 80920"/>
              <a:gd name="connsiteX99" fmla="*/ 3242 w 58666"/>
              <a:gd name="connsiteY99" fmla="*/ 14518 h 80920"/>
              <a:gd name="connsiteX100" fmla="*/ 3288 w 58666"/>
              <a:gd name="connsiteY100" fmla="*/ 14483 h 80920"/>
              <a:gd name="connsiteX101" fmla="*/ 3313 w 58666"/>
              <a:gd name="connsiteY101" fmla="*/ 14236 h 80920"/>
              <a:gd name="connsiteX102" fmla="*/ 3345 w 58666"/>
              <a:gd name="connsiteY102" fmla="*/ 14211 h 80920"/>
              <a:gd name="connsiteX103" fmla="*/ 3383 w 58666"/>
              <a:gd name="connsiteY103" fmla="*/ 13813 h 80920"/>
              <a:gd name="connsiteX104" fmla="*/ 3426 w 58666"/>
              <a:gd name="connsiteY104" fmla="*/ 13779 h 80920"/>
              <a:gd name="connsiteX105" fmla="*/ 3454 w 58666"/>
              <a:gd name="connsiteY105" fmla="*/ 13461 h 80920"/>
              <a:gd name="connsiteX106" fmla="*/ 19031 w 58666"/>
              <a:gd name="connsiteY106" fmla="*/ 924 h 8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58666" h="80920">
                <a:moveTo>
                  <a:pt x="5470" y="36797"/>
                </a:moveTo>
                <a:lnTo>
                  <a:pt x="5498" y="36861"/>
                </a:lnTo>
                <a:lnTo>
                  <a:pt x="5428" y="36932"/>
                </a:lnTo>
                <a:close/>
                <a:moveTo>
                  <a:pt x="19031" y="924"/>
                </a:moveTo>
                <a:cubicBezTo>
                  <a:pt x="25885" y="-848"/>
                  <a:pt x="33656" y="-108"/>
                  <a:pt x="40105" y="3452"/>
                </a:cubicBezTo>
                <a:cubicBezTo>
                  <a:pt x="53497" y="10782"/>
                  <a:pt x="60334" y="29601"/>
                  <a:pt x="53638" y="46024"/>
                </a:cubicBezTo>
                <a:cubicBezTo>
                  <a:pt x="53567" y="46588"/>
                  <a:pt x="52792" y="53284"/>
                  <a:pt x="57374" y="57865"/>
                </a:cubicBezTo>
                <a:cubicBezTo>
                  <a:pt x="59489" y="59945"/>
                  <a:pt x="58889" y="64544"/>
                  <a:pt x="56449" y="68068"/>
                </a:cubicBezTo>
                <a:lnTo>
                  <a:pt x="56116" y="68172"/>
                </a:lnTo>
                <a:lnTo>
                  <a:pt x="56061" y="68763"/>
                </a:lnTo>
                <a:lnTo>
                  <a:pt x="55720" y="68868"/>
                </a:lnTo>
                <a:lnTo>
                  <a:pt x="55646" y="69600"/>
                </a:lnTo>
                <a:lnTo>
                  <a:pt x="55325" y="69697"/>
                </a:lnTo>
                <a:lnTo>
                  <a:pt x="55268" y="70217"/>
                </a:lnTo>
                <a:lnTo>
                  <a:pt x="54931" y="70315"/>
                </a:lnTo>
                <a:lnTo>
                  <a:pt x="54853" y="70983"/>
                </a:lnTo>
                <a:lnTo>
                  <a:pt x="54507" y="71082"/>
                </a:lnTo>
                <a:lnTo>
                  <a:pt x="54431" y="71697"/>
                </a:lnTo>
                <a:lnTo>
                  <a:pt x="54110" y="71784"/>
                </a:lnTo>
                <a:lnTo>
                  <a:pt x="54016" y="72508"/>
                </a:lnTo>
                <a:lnTo>
                  <a:pt x="53684" y="72597"/>
                </a:lnTo>
                <a:lnTo>
                  <a:pt x="53603" y="73195"/>
                </a:lnTo>
                <a:lnTo>
                  <a:pt x="53256" y="73284"/>
                </a:lnTo>
                <a:lnTo>
                  <a:pt x="53154" y="73988"/>
                </a:lnTo>
                <a:lnTo>
                  <a:pt x="52866" y="74060"/>
                </a:lnTo>
                <a:lnTo>
                  <a:pt x="52766" y="74728"/>
                </a:lnTo>
                <a:lnTo>
                  <a:pt x="52453" y="74805"/>
                </a:lnTo>
                <a:lnTo>
                  <a:pt x="52343" y="75513"/>
                </a:lnTo>
                <a:lnTo>
                  <a:pt x="51999" y="75592"/>
                </a:lnTo>
                <a:lnTo>
                  <a:pt x="51902" y="76182"/>
                </a:lnTo>
                <a:lnTo>
                  <a:pt x="51693" y="76230"/>
                </a:lnTo>
                <a:lnTo>
                  <a:pt x="51559" y="77010"/>
                </a:lnTo>
                <a:cubicBezTo>
                  <a:pt x="48828" y="80296"/>
                  <a:pt x="44334" y="82358"/>
                  <a:pt x="39259" y="79715"/>
                </a:cubicBezTo>
                <a:cubicBezTo>
                  <a:pt x="28828" y="74358"/>
                  <a:pt x="23965" y="60684"/>
                  <a:pt x="26432" y="51944"/>
                </a:cubicBezTo>
                <a:lnTo>
                  <a:pt x="26607" y="51693"/>
                </a:lnTo>
                <a:lnTo>
                  <a:pt x="26572" y="51380"/>
                </a:lnTo>
                <a:lnTo>
                  <a:pt x="26870" y="50946"/>
                </a:lnTo>
                <a:lnTo>
                  <a:pt x="26855" y="50817"/>
                </a:lnTo>
                <a:lnTo>
                  <a:pt x="27152" y="50378"/>
                </a:lnTo>
                <a:lnTo>
                  <a:pt x="27136" y="50253"/>
                </a:lnTo>
                <a:lnTo>
                  <a:pt x="27434" y="49803"/>
                </a:lnTo>
                <a:lnTo>
                  <a:pt x="27419" y="49689"/>
                </a:lnTo>
                <a:lnTo>
                  <a:pt x="27724" y="49223"/>
                </a:lnTo>
                <a:lnTo>
                  <a:pt x="27700" y="49054"/>
                </a:lnTo>
                <a:lnTo>
                  <a:pt x="28239" y="48220"/>
                </a:lnTo>
                <a:lnTo>
                  <a:pt x="28193" y="47927"/>
                </a:lnTo>
                <a:lnTo>
                  <a:pt x="28778" y="46993"/>
                </a:lnTo>
                <a:lnTo>
                  <a:pt x="28757" y="46870"/>
                </a:lnTo>
                <a:lnTo>
                  <a:pt x="29348" y="45891"/>
                </a:lnTo>
                <a:lnTo>
                  <a:pt x="29321" y="45742"/>
                </a:lnTo>
                <a:lnTo>
                  <a:pt x="29552" y="45348"/>
                </a:lnTo>
                <a:lnTo>
                  <a:pt x="29533" y="45249"/>
                </a:lnTo>
                <a:cubicBezTo>
                  <a:pt x="30378" y="40914"/>
                  <a:pt x="32898" y="38200"/>
                  <a:pt x="35083" y="35584"/>
                </a:cubicBezTo>
                <a:lnTo>
                  <a:pt x="36232" y="32637"/>
                </a:lnTo>
                <a:lnTo>
                  <a:pt x="31083" y="23610"/>
                </a:lnTo>
                <a:cubicBezTo>
                  <a:pt x="25304" y="19452"/>
                  <a:pt x="18537" y="21919"/>
                  <a:pt x="16705" y="22623"/>
                </a:cubicBezTo>
                <a:lnTo>
                  <a:pt x="6631" y="33051"/>
                </a:lnTo>
                <a:lnTo>
                  <a:pt x="5470" y="36797"/>
                </a:lnTo>
                <a:lnTo>
                  <a:pt x="5439" y="36728"/>
                </a:lnTo>
                <a:lnTo>
                  <a:pt x="5286" y="37214"/>
                </a:lnTo>
                <a:lnTo>
                  <a:pt x="5244" y="37118"/>
                </a:lnTo>
                <a:lnTo>
                  <a:pt x="5075" y="37636"/>
                </a:lnTo>
                <a:lnTo>
                  <a:pt x="5035" y="37542"/>
                </a:lnTo>
                <a:lnTo>
                  <a:pt x="4863" y="38059"/>
                </a:lnTo>
                <a:lnTo>
                  <a:pt x="4793" y="37989"/>
                </a:lnTo>
                <a:lnTo>
                  <a:pt x="4755" y="37899"/>
                </a:lnTo>
                <a:lnTo>
                  <a:pt x="4581" y="38411"/>
                </a:lnTo>
                <a:lnTo>
                  <a:pt x="4517" y="38255"/>
                </a:lnTo>
                <a:lnTo>
                  <a:pt x="4352" y="38718"/>
                </a:lnTo>
                <a:lnTo>
                  <a:pt x="4370" y="38764"/>
                </a:lnTo>
                <a:lnTo>
                  <a:pt x="4350" y="38724"/>
                </a:lnTo>
                <a:lnTo>
                  <a:pt x="4159" y="39258"/>
                </a:lnTo>
                <a:lnTo>
                  <a:pt x="4159" y="39187"/>
                </a:lnTo>
                <a:lnTo>
                  <a:pt x="4092" y="39017"/>
                </a:lnTo>
                <a:lnTo>
                  <a:pt x="3948" y="39399"/>
                </a:lnTo>
                <a:lnTo>
                  <a:pt x="3948" y="39539"/>
                </a:lnTo>
                <a:lnTo>
                  <a:pt x="3921" y="39470"/>
                </a:lnTo>
                <a:lnTo>
                  <a:pt x="3736" y="39962"/>
                </a:lnTo>
                <a:lnTo>
                  <a:pt x="3697" y="39861"/>
                </a:lnTo>
                <a:lnTo>
                  <a:pt x="3524" y="40314"/>
                </a:lnTo>
                <a:lnTo>
                  <a:pt x="3469" y="40166"/>
                </a:lnTo>
                <a:lnTo>
                  <a:pt x="3243" y="40738"/>
                </a:lnTo>
                <a:lnTo>
                  <a:pt x="3227" y="40694"/>
                </a:lnTo>
                <a:lnTo>
                  <a:pt x="2890" y="41513"/>
                </a:lnTo>
                <a:lnTo>
                  <a:pt x="2820" y="41513"/>
                </a:lnTo>
                <a:cubicBezTo>
                  <a:pt x="1763" y="41584"/>
                  <a:pt x="423" y="38165"/>
                  <a:pt x="0" y="33504"/>
                </a:cubicBezTo>
                <a:lnTo>
                  <a:pt x="1262" y="26219"/>
                </a:lnTo>
                <a:lnTo>
                  <a:pt x="2679" y="17619"/>
                </a:lnTo>
                <a:lnTo>
                  <a:pt x="2695" y="17608"/>
                </a:lnTo>
                <a:lnTo>
                  <a:pt x="2749" y="17267"/>
                </a:lnTo>
                <a:lnTo>
                  <a:pt x="2805" y="17229"/>
                </a:lnTo>
                <a:lnTo>
                  <a:pt x="2961" y="16068"/>
                </a:lnTo>
                <a:lnTo>
                  <a:pt x="2988" y="16048"/>
                </a:lnTo>
                <a:lnTo>
                  <a:pt x="3031" y="15717"/>
                </a:lnTo>
                <a:lnTo>
                  <a:pt x="3051" y="15702"/>
                </a:lnTo>
                <a:lnTo>
                  <a:pt x="3101" y="15293"/>
                </a:lnTo>
                <a:lnTo>
                  <a:pt x="3134" y="15268"/>
                </a:lnTo>
                <a:lnTo>
                  <a:pt x="3172" y="14940"/>
                </a:lnTo>
                <a:lnTo>
                  <a:pt x="3198" y="14920"/>
                </a:lnTo>
                <a:lnTo>
                  <a:pt x="3242" y="14518"/>
                </a:lnTo>
                <a:lnTo>
                  <a:pt x="3288" y="14483"/>
                </a:lnTo>
                <a:lnTo>
                  <a:pt x="3313" y="14236"/>
                </a:lnTo>
                <a:lnTo>
                  <a:pt x="3345" y="14211"/>
                </a:lnTo>
                <a:lnTo>
                  <a:pt x="3383" y="13813"/>
                </a:lnTo>
                <a:lnTo>
                  <a:pt x="3426" y="13779"/>
                </a:lnTo>
                <a:lnTo>
                  <a:pt x="3454" y="13461"/>
                </a:lnTo>
                <a:cubicBezTo>
                  <a:pt x="6238" y="6977"/>
                  <a:pt x="12176" y="2695"/>
                  <a:pt x="19031" y="924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3"/>
            </p:custDataLst>
          </p:nvPr>
        </p:nvSpPr>
        <p:spPr>
          <a:xfrm rot="20716201">
            <a:off x="2956512" y="2143784"/>
            <a:ext cx="44420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899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899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4"/>
            </p:custDataLst>
          </p:nvPr>
        </p:nvSpPr>
        <p:spPr>
          <a:xfrm rot="20617198">
            <a:off x="2739574" y="2192208"/>
            <a:ext cx="44420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900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900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5"/>
            </p:custDataLst>
          </p:nvPr>
        </p:nvSpPr>
        <p:spPr>
          <a:xfrm>
            <a:off x="2855282" y="2150589"/>
            <a:ext cx="98100" cy="162739"/>
          </a:xfrm>
          <a:custGeom>
            <a:avLst/>
            <a:gdLst>
              <a:gd name="connsiteX0" fmla="*/ 476 w 79385"/>
              <a:gd name="connsiteY0" fmla="*/ 251 h 131686"/>
              <a:gd name="connsiteX1" fmla="*/ 23735 w 79385"/>
              <a:gd name="connsiteY1" fmla="*/ 122398 h 131686"/>
              <a:gd name="connsiteX2" fmla="*/ 78783 w 79385"/>
              <a:gd name="connsiteY2" fmla="*/ 94768 h 131686"/>
              <a:gd name="connsiteX3" fmla="*/ 36986 w 79385"/>
              <a:gd name="connsiteY3" fmla="*/ 62205 h 131686"/>
              <a:gd name="connsiteX4" fmla="*/ 476 w 79385"/>
              <a:gd name="connsiteY4" fmla="*/ 321 h 13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5" h="131686">
                <a:moveTo>
                  <a:pt x="476" y="251"/>
                </a:moveTo>
                <a:cubicBezTo>
                  <a:pt x="-1145" y="15334"/>
                  <a:pt x="194" y="97165"/>
                  <a:pt x="23735" y="122398"/>
                </a:cubicBezTo>
                <a:cubicBezTo>
                  <a:pt x="44598" y="144741"/>
                  <a:pt x="84774" y="123314"/>
                  <a:pt x="78783" y="94768"/>
                </a:cubicBezTo>
                <a:cubicBezTo>
                  <a:pt x="72792" y="66223"/>
                  <a:pt x="48052" y="68619"/>
                  <a:pt x="36986" y="62205"/>
                </a:cubicBezTo>
                <a:cubicBezTo>
                  <a:pt x="21903" y="53465"/>
                  <a:pt x="1040" y="-4824"/>
                  <a:pt x="476" y="321"/>
                </a:cubicBezTo>
                <a:close/>
              </a:path>
            </a:pathLst>
          </a:custGeom>
          <a:gradFill>
            <a:gsLst>
              <a:gs pos="1000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6"/>
            </p:custDataLst>
          </p:nvPr>
        </p:nvSpPr>
        <p:spPr>
          <a:xfrm>
            <a:off x="2676985" y="2119035"/>
            <a:ext cx="115002" cy="49497"/>
          </a:xfrm>
          <a:custGeom>
            <a:avLst/>
            <a:gdLst>
              <a:gd name="connsiteX0" fmla="*/ 93024 w 93063"/>
              <a:gd name="connsiteY0" fmla="*/ 9714 h 40052"/>
              <a:gd name="connsiteX1" fmla="*/ 59615 w 93063"/>
              <a:gd name="connsiteY1" fmla="*/ 58 h 40052"/>
              <a:gd name="connsiteX2" fmla="*/ 761 w 93063"/>
              <a:gd name="connsiteY2" fmla="*/ 34171 h 40052"/>
              <a:gd name="connsiteX3" fmla="*/ 49959 w 93063"/>
              <a:gd name="connsiteY3" fmla="*/ 33467 h 40052"/>
              <a:gd name="connsiteX4" fmla="*/ 93024 w 93063"/>
              <a:gd name="connsiteY4" fmla="*/ 9714 h 4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63" h="40052">
                <a:moveTo>
                  <a:pt x="93024" y="9714"/>
                </a:moveTo>
                <a:cubicBezTo>
                  <a:pt x="92037" y="3088"/>
                  <a:pt x="73570" y="-506"/>
                  <a:pt x="59615" y="58"/>
                </a:cubicBezTo>
                <a:cubicBezTo>
                  <a:pt x="27333" y="1326"/>
                  <a:pt x="-5441" y="15493"/>
                  <a:pt x="761" y="34171"/>
                </a:cubicBezTo>
                <a:cubicBezTo>
                  <a:pt x="4568" y="45519"/>
                  <a:pt x="33395" y="37696"/>
                  <a:pt x="49959" y="33467"/>
                </a:cubicBezTo>
                <a:cubicBezTo>
                  <a:pt x="68214" y="28815"/>
                  <a:pt x="94222" y="17960"/>
                  <a:pt x="93024" y="9714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27"/>
            </p:custDataLst>
          </p:nvPr>
        </p:nvSpPr>
        <p:spPr>
          <a:xfrm>
            <a:off x="2907317" y="2065472"/>
            <a:ext cx="113985" cy="49699"/>
          </a:xfrm>
          <a:custGeom>
            <a:avLst/>
            <a:gdLst>
              <a:gd name="connsiteX0" fmla="*/ 235 w 92240"/>
              <a:gd name="connsiteY0" fmla="*/ 35295 h 40216"/>
              <a:gd name="connsiteX1" fmla="*/ 24904 w 92240"/>
              <a:gd name="connsiteY1" fmla="*/ 11261 h 40216"/>
              <a:gd name="connsiteX2" fmla="*/ 92144 w 92240"/>
              <a:gd name="connsiteY2" fmla="*/ 13587 h 40216"/>
              <a:gd name="connsiteX3" fmla="*/ 48938 w 92240"/>
              <a:gd name="connsiteY3" fmla="*/ 35930 h 40216"/>
              <a:gd name="connsiteX4" fmla="*/ 305 w 92240"/>
              <a:gd name="connsiteY4" fmla="*/ 35295 h 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240" h="40216">
                <a:moveTo>
                  <a:pt x="235" y="35295"/>
                </a:moveTo>
                <a:cubicBezTo>
                  <a:pt x="-2021" y="29093"/>
                  <a:pt x="12428" y="17322"/>
                  <a:pt x="24904" y="11261"/>
                </a:cubicBezTo>
                <a:cubicBezTo>
                  <a:pt x="53731" y="-2695"/>
                  <a:pt x="88902" y="-5585"/>
                  <a:pt x="92144" y="13587"/>
                </a:cubicBezTo>
                <a:cubicBezTo>
                  <a:pt x="94118" y="25216"/>
                  <a:pt x="65290" y="31912"/>
                  <a:pt x="48938" y="35930"/>
                </a:cubicBezTo>
                <a:cubicBezTo>
                  <a:pt x="30824" y="40370"/>
                  <a:pt x="3054" y="43048"/>
                  <a:pt x="305" y="35295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28"/>
            </p:custDataLst>
          </p:nvPr>
        </p:nvSpPr>
        <p:spPr>
          <a:xfrm>
            <a:off x="2780515" y="2345663"/>
            <a:ext cx="131571" cy="71163"/>
          </a:xfrm>
          <a:custGeom>
            <a:avLst/>
            <a:gdLst>
              <a:gd name="connsiteX0" fmla="*/ 106370 w 106471"/>
              <a:gd name="connsiteY0" fmla="*/ 7330 h 57584"/>
              <a:gd name="connsiteX1" fmla="*/ 91428 w 106471"/>
              <a:gd name="connsiteY1" fmla="*/ 50466 h 57584"/>
              <a:gd name="connsiteX2" fmla="*/ 58089 w 106471"/>
              <a:gd name="connsiteY2" fmla="*/ 40316 h 57584"/>
              <a:gd name="connsiteX3" fmla="*/ 22354 w 106471"/>
              <a:gd name="connsiteY3" fmla="*/ 57585 h 57584"/>
              <a:gd name="connsiteX4" fmla="*/ 5509 w 106471"/>
              <a:gd name="connsiteY4" fmla="*/ 17903 h 57584"/>
              <a:gd name="connsiteX5" fmla="*/ 18760 w 106471"/>
              <a:gd name="connsiteY5" fmla="*/ 13744 h 57584"/>
              <a:gd name="connsiteX6" fmla="*/ 56680 w 106471"/>
              <a:gd name="connsiteY6" fmla="*/ 25938 h 57584"/>
              <a:gd name="connsiteX7" fmla="*/ 97983 w 106471"/>
              <a:gd name="connsiteY7" fmla="*/ 0 h 57584"/>
              <a:gd name="connsiteX8" fmla="*/ 106300 w 106471"/>
              <a:gd name="connsiteY8" fmla="*/ 7401 h 5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471" h="57584">
                <a:moveTo>
                  <a:pt x="106370" y="7330"/>
                </a:moveTo>
                <a:cubicBezTo>
                  <a:pt x="107004" y="19735"/>
                  <a:pt x="104961" y="36651"/>
                  <a:pt x="91428" y="50466"/>
                </a:cubicBezTo>
                <a:cubicBezTo>
                  <a:pt x="86353" y="45109"/>
                  <a:pt x="76274" y="38554"/>
                  <a:pt x="58089" y="40316"/>
                </a:cubicBezTo>
                <a:cubicBezTo>
                  <a:pt x="42019" y="41937"/>
                  <a:pt x="30037" y="50254"/>
                  <a:pt x="22354" y="57585"/>
                </a:cubicBezTo>
                <a:cubicBezTo>
                  <a:pt x="3394" y="45673"/>
                  <a:pt x="-7108" y="25585"/>
                  <a:pt x="5509" y="17903"/>
                </a:cubicBezTo>
                <a:cubicBezTo>
                  <a:pt x="8258" y="16211"/>
                  <a:pt x="13121" y="14872"/>
                  <a:pt x="18760" y="13744"/>
                </a:cubicBezTo>
                <a:cubicBezTo>
                  <a:pt x="27218" y="20581"/>
                  <a:pt x="41667" y="29250"/>
                  <a:pt x="56680" y="25938"/>
                </a:cubicBezTo>
                <a:cubicBezTo>
                  <a:pt x="74441" y="21991"/>
                  <a:pt x="90934" y="7189"/>
                  <a:pt x="97983" y="0"/>
                </a:cubicBezTo>
                <a:cubicBezTo>
                  <a:pt x="103339" y="493"/>
                  <a:pt x="106088" y="2608"/>
                  <a:pt x="106300" y="7401"/>
                </a:cubicBezTo>
                <a:close/>
              </a:path>
            </a:pathLst>
          </a:custGeom>
          <a:solidFill>
            <a:srgbClr val="AF270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2" name="任意多边形: 形状 51"/>
          <p:cNvSpPr/>
          <p:nvPr>
            <p:custDataLst>
              <p:tags r:id="rId29"/>
            </p:custDataLst>
          </p:nvPr>
        </p:nvSpPr>
        <p:spPr>
          <a:xfrm>
            <a:off x="2803785" y="2345511"/>
            <a:ext cx="97986" cy="33106"/>
          </a:xfrm>
          <a:custGeom>
            <a:avLst/>
            <a:gdLst>
              <a:gd name="connsiteX0" fmla="*/ 79223 w 79293"/>
              <a:gd name="connsiteY0" fmla="*/ 123 h 26789"/>
              <a:gd name="connsiteX1" fmla="*/ 37920 w 79293"/>
              <a:gd name="connsiteY1" fmla="*/ 26061 h 26789"/>
              <a:gd name="connsiteX2" fmla="*/ 0 w 79293"/>
              <a:gd name="connsiteY2" fmla="*/ 13867 h 26789"/>
              <a:gd name="connsiteX3" fmla="*/ 33268 w 79293"/>
              <a:gd name="connsiteY3" fmla="*/ 8652 h 26789"/>
              <a:gd name="connsiteX4" fmla="*/ 79293 w 79293"/>
              <a:gd name="connsiteY4" fmla="*/ 123 h 26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93" h="26789">
                <a:moveTo>
                  <a:pt x="79223" y="123"/>
                </a:moveTo>
                <a:cubicBezTo>
                  <a:pt x="72104" y="7312"/>
                  <a:pt x="55682" y="22114"/>
                  <a:pt x="37920" y="26061"/>
                </a:cubicBezTo>
                <a:cubicBezTo>
                  <a:pt x="22907" y="29374"/>
                  <a:pt x="8458" y="20704"/>
                  <a:pt x="0" y="13867"/>
                </a:cubicBezTo>
                <a:cubicBezTo>
                  <a:pt x="11136" y="11612"/>
                  <a:pt x="25585" y="10202"/>
                  <a:pt x="33268" y="8652"/>
                </a:cubicBezTo>
                <a:cubicBezTo>
                  <a:pt x="42642" y="6819"/>
                  <a:pt x="66465" y="-1075"/>
                  <a:pt x="79293" y="123"/>
                </a:cubicBez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3" name="任意多边形: 形状 52"/>
          <p:cNvSpPr/>
          <p:nvPr>
            <p:custDataLst>
              <p:tags r:id="rId30"/>
            </p:custDataLst>
          </p:nvPr>
        </p:nvSpPr>
        <p:spPr>
          <a:xfrm>
            <a:off x="2808140" y="2395122"/>
            <a:ext cx="85357" cy="33259"/>
          </a:xfrm>
          <a:custGeom>
            <a:avLst/>
            <a:gdLst>
              <a:gd name="connsiteX0" fmla="*/ 69073 w 69073"/>
              <a:gd name="connsiteY0" fmla="*/ 10444 h 26913"/>
              <a:gd name="connsiteX1" fmla="*/ 43276 w 69073"/>
              <a:gd name="connsiteY1" fmla="*/ 25034 h 26913"/>
              <a:gd name="connsiteX2" fmla="*/ 0 w 69073"/>
              <a:gd name="connsiteY2" fmla="*/ 17563 h 26913"/>
              <a:gd name="connsiteX3" fmla="*/ 35735 w 69073"/>
              <a:gd name="connsiteY3" fmla="*/ 295 h 26913"/>
              <a:gd name="connsiteX4" fmla="*/ 69073 w 69073"/>
              <a:gd name="connsiteY4" fmla="*/ 10444 h 2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73" h="26913">
                <a:moveTo>
                  <a:pt x="69073" y="10444"/>
                </a:moveTo>
                <a:cubicBezTo>
                  <a:pt x="63223" y="16365"/>
                  <a:pt x="55047" y="21510"/>
                  <a:pt x="43276" y="25034"/>
                </a:cubicBezTo>
                <a:cubicBezTo>
                  <a:pt x="27982" y="29616"/>
                  <a:pt x="12193" y="25316"/>
                  <a:pt x="0" y="17563"/>
                </a:cubicBezTo>
                <a:cubicBezTo>
                  <a:pt x="7683" y="10233"/>
                  <a:pt x="19665" y="1916"/>
                  <a:pt x="35735" y="295"/>
                </a:cubicBezTo>
                <a:cubicBezTo>
                  <a:pt x="53919" y="-1467"/>
                  <a:pt x="63999" y="5017"/>
                  <a:pt x="69073" y="10444"/>
                </a:cubicBezTo>
                <a:close/>
              </a:path>
            </a:pathLst>
          </a:custGeom>
          <a:solidFill>
            <a:srgbClr val="FD866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31"/>
            </p:custDataLst>
          </p:nvPr>
        </p:nvSpPr>
        <p:spPr>
          <a:xfrm>
            <a:off x="1248874" y="4366278"/>
            <a:ext cx="2068707" cy="2491722"/>
          </a:xfrm>
          <a:custGeom>
            <a:avLst/>
            <a:gdLst>
              <a:gd name="connsiteX0" fmla="*/ 1026185 w 2068815"/>
              <a:gd name="connsiteY0" fmla="*/ 0 h 2491722"/>
              <a:gd name="connsiteX1" fmla="*/ 2068815 w 2068815"/>
              <a:gd name="connsiteY1" fmla="*/ 206610 h 2491722"/>
              <a:gd name="connsiteX2" fmla="*/ 1338452 w 2068815"/>
              <a:gd name="connsiteY2" fmla="*/ 2171670 h 2491722"/>
              <a:gd name="connsiteX3" fmla="*/ 1338277 w 2068815"/>
              <a:gd name="connsiteY3" fmla="*/ 2171582 h 2491722"/>
              <a:gd name="connsiteX4" fmla="*/ 1067282 w 2068815"/>
              <a:gd name="connsiteY4" fmla="*/ 2491722 h 2491722"/>
              <a:gd name="connsiteX5" fmla="*/ 0 w 2068815"/>
              <a:gd name="connsiteY5" fmla="*/ 2491722 h 2491722"/>
              <a:gd name="connsiteX6" fmla="*/ 525077 w 2068815"/>
              <a:gd name="connsiteY6" fmla="*/ 1764808 h 249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8815" h="2491722">
                <a:moveTo>
                  <a:pt x="1026185" y="0"/>
                </a:moveTo>
                <a:lnTo>
                  <a:pt x="2068815" y="206610"/>
                </a:lnTo>
                <a:lnTo>
                  <a:pt x="1338452" y="2171670"/>
                </a:lnTo>
                <a:lnTo>
                  <a:pt x="1338277" y="2171582"/>
                </a:lnTo>
                <a:lnTo>
                  <a:pt x="1067282" y="2491722"/>
                </a:lnTo>
                <a:lnTo>
                  <a:pt x="0" y="2491722"/>
                </a:lnTo>
                <a:lnTo>
                  <a:pt x="525077" y="1764808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2"/>
            </p:custDataLst>
          </p:nvPr>
        </p:nvSpPr>
        <p:spPr>
          <a:xfrm>
            <a:off x="1390515" y="4862176"/>
            <a:ext cx="1274870" cy="1930738"/>
          </a:xfrm>
          <a:custGeom>
            <a:avLst/>
            <a:gdLst>
              <a:gd name="connsiteX0" fmla="*/ 1031660 w 1031660"/>
              <a:gd name="connsiteY0" fmla="*/ 1196027 h 1562326"/>
              <a:gd name="connsiteX1" fmla="*/ 0 w 1031660"/>
              <a:gd name="connsiteY1" fmla="*/ 1562327 h 1562326"/>
              <a:gd name="connsiteX2" fmla="*/ 761781 w 1031660"/>
              <a:gd name="connsiteY2" fmla="*/ 851647 h 1562326"/>
              <a:gd name="connsiteX3" fmla="*/ 843330 w 1031660"/>
              <a:gd name="connsiteY3" fmla="*/ 522139 h 1562326"/>
              <a:gd name="connsiteX4" fmla="*/ 962799 w 1031660"/>
              <a:gd name="connsiteY4" fmla="*/ 0 h 1562326"/>
              <a:gd name="connsiteX5" fmla="*/ 1031660 w 1031660"/>
              <a:gd name="connsiteY5" fmla="*/ 1196027 h 15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1660" h="1562326">
                <a:moveTo>
                  <a:pt x="1031660" y="1196027"/>
                </a:moveTo>
                <a:cubicBezTo>
                  <a:pt x="694892" y="1422559"/>
                  <a:pt x="227942" y="1523984"/>
                  <a:pt x="0" y="1562327"/>
                </a:cubicBezTo>
                <a:lnTo>
                  <a:pt x="761781" y="851647"/>
                </a:lnTo>
                <a:lnTo>
                  <a:pt x="843330" y="522139"/>
                </a:lnTo>
                <a:lnTo>
                  <a:pt x="962799" y="0"/>
                </a:lnTo>
                <a:lnTo>
                  <a:pt x="1031660" y="119602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33"/>
            </p:custDataLst>
          </p:nvPr>
        </p:nvSpPr>
        <p:spPr>
          <a:xfrm>
            <a:off x="1164663" y="3922398"/>
            <a:ext cx="2487411" cy="2935602"/>
          </a:xfrm>
          <a:custGeom>
            <a:avLst/>
            <a:gdLst>
              <a:gd name="connsiteX0" fmla="*/ 1403417 w 2487541"/>
              <a:gd name="connsiteY0" fmla="*/ 0 h 2935602"/>
              <a:gd name="connsiteX1" fmla="*/ 2437338 w 2487541"/>
              <a:gd name="connsiteY1" fmla="*/ 608681 h 2935602"/>
              <a:gd name="connsiteX2" fmla="*/ 2450230 w 2487541"/>
              <a:gd name="connsiteY2" fmla="*/ 1103081 h 2935602"/>
              <a:gd name="connsiteX3" fmla="*/ 2453365 w 2487541"/>
              <a:gd name="connsiteY3" fmla="*/ 1284866 h 2935602"/>
              <a:gd name="connsiteX4" fmla="*/ 2399710 w 2487541"/>
              <a:gd name="connsiteY4" fmla="*/ 2759270 h 2935602"/>
              <a:gd name="connsiteX5" fmla="*/ 2271639 w 2487541"/>
              <a:gd name="connsiteY5" fmla="*/ 2887084 h 2935602"/>
              <a:gd name="connsiteX6" fmla="*/ 2181569 w 2487541"/>
              <a:gd name="connsiteY6" fmla="*/ 2935602 h 2935602"/>
              <a:gd name="connsiteX7" fmla="*/ 0 w 2487541"/>
              <a:gd name="connsiteY7" fmla="*/ 2935602 h 2935602"/>
              <a:gd name="connsiteX8" fmla="*/ 102 w 2487541"/>
              <a:gd name="connsiteY8" fmla="*/ 2864655 h 2935602"/>
              <a:gd name="connsiteX9" fmla="*/ 23522 w 2487541"/>
              <a:gd name="connsiteY9" fmla="*/ 2697252 h 2935602"/>
              <a:gd name="connsiteX10" fmla="*/ 1446882 w 2487541"/>
              <a:gd name="connsiteY10" fmla="*/ 2335859 h 2935602"/>
              <a:gd name="connsiteX11" fmla="*/ 1181565 w 2487541"/>
              <a:gd name="connsiteY11" fmla="*/ 1023555 h 2935602"/>
              <a:gd name="connsiteX12" fmla="*/ 1139755 w 2487541"/>
              <a:gd name="connsiteY12" fmla="*/ 816946 h 2935602"/>
              <a:gd name="connsiteX13" fmla="*/ 1188011 w 2487541"/>
              <a:gd name="connsiteY13" fmla="*/ 667476 h 29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7541" h="2935602">
                <a:moveTo>
                  <a:pt x="1403417" y="0"/>
                </a:moveTo>
                <a:lnTo>
                  <a:pt x="2437338" y="608681"/>
                </a:lnTo>
                <a:cubicBezTo>
                  <a:pt x="2437338" y="608681"/>
                  <a:pt x="2444655" y="815901"/>
                  <a:pt x="2450230" y="1103081"/>
                </a:cubicBezTo>
                <a:cubicBezTo>
                  <a:pt x="2451362" y="1160830"/>
                  <a:pt x="2452494" y="1221804"/>
                  <a:pt x="2453365" y="1284866"/>
                </a:cubicBezTo>
                <a:cubicBezTo>
                  <a:pt x="2461640" y="1836842"/>
                  <a:pt x="2552141" y="2305111"/>
                  <a:pt x="2399710" y="2759270"/>
                </a:cubicBezTo>
                <a:cubicBezTo>
                  <a:pt x="2385621" y="2801265"/>
                  <a:pt x="2340250" y="2844164"/>
                  <a:pt x="2271639" y="2887084"/>
                </a:cubicBezTo>
                <a:lnTo>
                  <a:pt x="2181569" y="2935602"/>
                </a:lnTo>
                <a:lnTo>
                  <a:pt x="0" y="2935602"/>
                </a:lnTo>
                <a:lnTo>
                  <a:pt x="102" y="2864655"/>
                </a:lnTo>
                <a:cubicBezTo>
                  <a:pt x="3924" y="2796289"/>
                  <a:pt x="14028" y="2739236"/>
                  <a:pt x="23522" y="2697252"/>
                </a:cubicBezTo>
                <a:cubicBezTo>
                  <a:pt x="497975" y="2576788"/>
                  <a:pt x="972428" y="2456324"/>
                  <a:pt x="1446882" y="2335859"/>
                </a:cubicBezTo>
                <a:lnTo>
                  <a:pt x="1181565" y="1023555"/>
                </a:lnTo>
                <a:lnTo>
                  <a:pt x="1139755" y="816946"/>
                </a:lnTo>
                <a:lnTo>
                  <a:pt x="1188011" y="667476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34"/>
            </p:custDataLst>
          </p:nvPr>
        </p:nvSpPr>
        <p:spPr>
          <a:xfrm>
            <a:off x="1750188" y="4914334"/>
            <a:ext cx="1383849" cy="1857640"/>
          </a:xfrm>
          <a:custGeom>
            <a:avLst/>
            <a:gdLst>
              <a:gd name="connsiteX0" fmla="*/ 1408674 w 1545303"/>
              <a:gd name="connsiteY0" fmla="*/ 0 h 1595665"/>
              <a:gd name="connsiteX1" fmla="*/ 1536319 w 1545303"/>
              <a:gd name="connsiteY1" fmla="*/ 1162618 h 1595665"/>
              <a:gd name="connsiteX2" fmla="*/ 0 w 1545303"/>
              <a:gd name="connsiteY2" fmla="*/ 1595666 h 1595665"/>
              <a:gd name="connsiteX0-1" fmla="*/ 983220 w 1119849"/>
              <a:gd name="connsiteY0-2" fmla="*/ 0 h 1503176"/>
              <a:gd name="connsiteX1-3" fmla="*/ 1110865 w 1119849"/>
              <a:gd name="connsiteY1-4" fmla="*/ 1162618 h 1503176"/>
              <a:gd name="connsiteX2-5" fmla="*/ 0 w 1119849"/>
              <a:gd name="connsiteY2-6" fmla="*/ 1503176 h 15031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19849" h="1503176">
                <a:moveTo>
                  <a:pt x="983220" y="0"/>
                </a:moveTo>
                <a:cubicBezTo>
                  <a:pt x="983220" y="0"/>
                  <a:pt x="1161260" y="1048294"/>
                  <a:pt x="1110865" y="1162618"/>
                </a:cubicBezTo>
                <a:cubicBezTo>
                  <a:pt x="1060540" y="1276941"/>
                  <a:pt x="0" y="1503176"/>
                  <a:pt x="0" y="1503176"/>
                </a:cubicBezTo>
              </a:path>
            </a:pathLst>
          </a:custGeom>
          <a:noFill/>
          <a:ln w="2110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35"/>
            </p:custDataLst>
          </p:nvPr>
        </p:nvSpPr>
        <p:spPr>
          <a:xfrm>
            <a:off x="2125805" y="4509928"/>
            <a:ext cx="1486675" cy="468415"/>
          </a:xfrm>
          <a:custGeom>
            <a:avLst/>
            <a:gdLst>
              <a:gd name="connsiteX0" fmla="*/ 1199622 w 1203059"/>
              <a:gd name="connsiteY0" fmla="*/ 193617 h 379035"/>
              <a:gd name="connsiteX1" fmla="*/ 0 w 1203059"/>
              <a:gd name="connsiteY1" fmla="*/ 329579 h 379035"/>
              <a:gd name="connsiteX2" fmla="*/ 7612 w 1203059"/>
              <a:gd name="connsiteY2" fmla="*/ 286020 h 379035"/>
              <a:gd name="connsiteX3" fmla="*/ 88315 w 1203059"/>
              <a:gd name="connsiteY3" fmla="*/ 212365 h 379035"/>
              <a:gd name="connsiteX4" fmla="*/ 1183763 w 1203059"/>
              <a:gd name="connsiteY4" fmla="*/ 0 h 379035"/>
              <a:gd name="connsiteX5" fmla="*/ 1199692 w 1203059"/>
              <a:gd name="connsiteY5" fmla="*/ 193617 h 37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3059" h="379035">
                <a:moveTo>
                  <a:pt x="1199622" y="193617"/>
                </a:moveTo>
                <a:cubicBezTo>
                  <a:pt x="1012771" y="324715"/>
                  <a:pt x="104738" y="451867"/>
                  <a:pt x="0" y="329579"/>
                </a:cubicBezTo>
                <a:lnTo>
                  <a:pt x="7612" y="286020"/>
                </a:lnTo>
                <a:lnTo>
                  <a:pt x="88315" y="212365"/>
                </a:lnTo>
                <a:lnTo>
                  <a:pt x="1183763" y="0"/>
                </a:lnTo>
                <a:cubicBezTo>
                  <a:pt x="1206176" y="41021"/>
                  <a:pt x="1205331" y="133283"/>
                  <a:pt x="1199692" y="19361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36"/>
            </p:custDataLst>
          </p:nvPr>
        </p:nvSpPr>
        <p:spPr>
          <a:xfrm>
            <a:off x="1877279" y="2531535"/>
            <a:ext cx="1795100" cy="2427572"/>
          </a:xfrm>
          <a:custGeom>
            <a:avLst/>
            <a:gdLst>
              <a:gd name="connsiteX0" fmla="*/ 1449016 w 1452645"/>
              <a:gd name="connsiteY0" fmla="*/ 1357157 h 1964357"/>
              <a:gd name="connsiteX1" fmla="*/ 1402145 w 1452645"/>
              <a:gd name="connsiteY1" fmla="*/ 1671582 h 1964357"/>
              <a:gd name="connsiteX2" fmla="*/ 950560 w 1452645"/>
              <a:gd name="connsiteY2" fmla="*/ 1881622 h 1964357"/>
              <a:gd name="connsiteX3" fmla="*/ 768009 w 1452645"/>
              <a:gd name="connsiteY3" fmla="*/ 1914608 h 1964357"/>
              <a:gd name="connsiteX4" fmla="*/ 307 w 1452645"/>
              <a:gd name="connsiteY4" fmla="*/ 1916793 h 1964357"/>
              <a:gd name="connsiteX5" fmla="*/ 60359 w 1452645"/>
              <a:gd name="connsiteY5" fmla="*/ 1823755 h 1964357"/>
              <a:gd name="connsiteX6" fmla="*/ 70861 w 1452645"/>
              <a:gd name="connsiteY6" fmla="*/ 1622878 h 1964357"/>
              <a:gd name="connsiteX7" fmla="*/ 78966 w 1452645"/>
              <a:gd name="connsiteY7" fmla="*/ 1590950 h 1964357"/>
              <a:gd name="connsiteX8" fmla="*/ 152551 w 1452645"/>
              <a:gd name="connsiteY8" fmla="*/ 1463587 h 1964357"/>
              <a:gd name="connsiteX9" fmla="*/ 203440 w 1452645"/>
              <a:gd name="connsiteY9" fmla="*/ 1178130 h 1964357"/>
              <a:gd name="connsiteX10" fmla="*/ 167564 w 1452645"/>
              <a:gd name="connsiteY10" fmla="*/ 853979 h 1964357"/>
              <a:gd name="connsiteX11" fmla="*/ 132957 w 1452645"/>
              <a:gd name="connsiteY11" fmla="*/ 284758 h 1964357"/>
              <a:gd name="connsiteX12" fmla="*/ 491645 w 1452645"/>
              <a:gd name="connsiteY12" fmla="*/ 90859 h 1964357"/>
              <a:gd name="connsiteX13" fmla="*/ 827778 w 1452645"/>
              <a:gd name="connsiteY13" fmla="*/ 246908 h 1964357"/>
              <a:gd name="connsiteX14" fmla="*/ 882755 w 1452645"/>
              <a:gd name="connsiteY14" fmla="*/ 41591 h 1964357"/>
              <a:gd name="connsiteX15" fmla="*/ 1106186 w 1452645"/>
              <a:gd name="connsiteY15" fmla="*/ 11918 h 1964357"/>
              <a:gd name="connsiteX16" fmla="*/ 1206695 w 1452645"/>
              <a:gd name="connsiteY16" fmla="*/ 97625 h 1964357"/>
              <a:gd name="connsiteX17" fmla="*/ 1313266 w 1452645"/>
              <a:gd name="connsiteY17" fmla="*/ 347558 h 1964357"/>
              <a:gd name="connsiteX18" fmla="*/ 1449087 w 1452645"/>
              <a:gd name="connsiteY18" fmla="*/ 1357016 h 196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52645" h="1964357">
                <a:moveTo>
                  <a:pt x="1449016" y="1357157"/>
                </a:moveTo>
                <a:cubicBezTo>
                  <a:pt x="1455782" y="1491287"/>
                  <a:pt x="1459095" y="1582139"/>
                  <a:pt x="1402145" y="1671582"/>
                </a:cubicBezTo>
                <a:cubicBezTo>
                  <a:pt x="1335891" y="1775897"/>
                  <a:pt x="1220792" y="1826786"/>
                  <a:pt x="950560" y="1881622"/>
                </a:cubicBezTo>
                <a:cubicBezTo>
                  <a:pt x="889804" y="1893956"/>
                  <a:pt x="828624" y="1904951"/>
                  <a:pt x="768009" y="1914608"/>
                </a:cubicBezTo>
                <a:cubicBezTo>
                  <a:pt x="375982" y="1977408"/>
                  <a:pt x="12712" y="1983611"/>
                  <a:pt x="307" y="1916793"/>
                </a:cubicBezTo>
                <a:cubicBezTo>
                  <a:pt x="-3851" y="1894661"/>
                  <a:pt x="35126" y="1887965"/>
                  <a:pt x="60359" y="1823755"/>
                </a:cubicBezTo>
                <a:cubicBezTo>
                  <a:pt x="89891" y="1748479"/>
                  <a:pt x="56271" y="1706119"/>
                  <a:pt x="70861" y="1622878"/>
                </a:cubicBezTo>
                <a:cubicBezTo>
                  <a:pt x="73046" y="1610755"/>
                  <a:pt x="75724" y="1600324"/>
                  <a:pt x="78966" y="1590950"/>
                </a:cubicBezTo>
                <a:cubicBezTo>
                  <a:pt x="94473" y="1545136"/>
                  <a:pt x="121961" y="1524343"/>
                  <a:pt x="152551" y="1463587"/>
                </a:cubicBezTo>
                <a:cubicBezTo>
                  <a:pt x="200691" y="1368012"/>
                  <a:pt x="202523" y="1280472"/>
                  <a:pt x="203440" y="1178130"/>
                </a:cubicBezTo>
                <a:cubicBezTo>
                  <a:pt x="204567" y="1058873"/>
                  <a:pt x="188145" y="951598"/>
                  <a:pt x="167564" y="853979"/>
                </a:cubicBezTo>
                <a:cubicBezTo>
                  <a:pt x="117944" y="618636"/>
                  <a:pt x="44007" y="439609"/>
                  <a:pt x="132957" y="284758"/>
                </a:cubicBezTo>
                <a:cubicBezTo>
                  <a:pt x="203087" y="162540"/>
                  <a:pt x="362590" y="110735"/>
                  <a:pt x="491645" y="90859"/>
                </a:cubicBezTo>
                <a:cubicBezTo>
                  <a:pt x="568119" y="78947"/>
                  <a:pt x="769700" y="244019"/>
                  <a:pt x="827778" y="246908"/>
                </a:cubicBezTo>
                <a:cubicBezTo>
                  <a:pt x="885857" y="249869"/>
                  <a:pt x="841382" y="26156"/>
                  <a:pt x="882755" y="41591"/>
                </a:cubicBezTo>
                <a:cubicBezTo>
                  <a:pt x="882755" y="41591"/>
                  <a:pt x="1054029" y="-26918"/>
                  <a:pt x="1106186" y="11918"/>
                </a:cubicBezTo>
                <a:cubicBezTo>
                  <a:pt x="1147560" y="42790"/>
                  <a:pt x="1185128" y="66401"/>
                  <a:pt x="1206695" y="97625"/>
                </a:cubicBezTo>
                <a:cubicBezTo>
                  <a:pt x="1249126" y="159227"/>
                  <a:pt x="1284297" y="246697"/>
                  <a:pt x="1313266" y="347558"/>
                </a:cubicBezTo>
                <a:cubicBezTo>
                  <a:pt x="1413563" y="695674"/>
                  <a:pt x="1441333" y="1203081"/>
                  <a:pt x="1449087" y="1357016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37"/>
            </p:custDataLst>
          </p:nvPr>
        </p:nvSpPr>
        <p:spPr>
          <a:xfrm>
            <a:off x="2826343" y="2829437"/>
            <a:ext cx="846037" cy="2068189"/>
          </a:xfrm>
          <a:custGeom>
            <a:avLst/>
            <a:gdLst>
              <a:gd name="connsiteX0" fmla="*/ 681007 w 684637"/>
              <a:gd name="connsiteY0" fmla="*/ 1116099 h 1673549"/>
              <a:gd name="connsiteX1" fmla="*/ 634136 w 684637"/>
              <a:gd name="connsiteY1" fmla="*/ 1430524 h 1673549"/>
              <a:gd name="connsiteX2" fmla="*/ 182551 w 684637"/>
              <a:gd name="connsiteY2" fmla="*/ 1640563 h 1673549"/>
              <a:gd name="connsiteX3" fmla="*/ 0 w 684637"/>
              <a:gd name="connsiteY3" fmla="*/ 1673550 h 1673549"/>
              <a:gd name="connsiteX4" fmla="*/ 524676 w 684637"/>
              <a:gd name="connsiteY4" fmla="*/ 1165649 h 1673549"/>
              <a:gd name="connsiteX5" fmla="*/ 377084 w 684637"/>
              <a:gd name="connsiteY5" fmla="*/ 0 h 1673549"/>
              <a:gd name="connsiteX6" fmla="*/ 545186 w 684637"/>
              <a:gd name="connsiteY6" fmla="*/ 106570 h 1673549"/>
              <a:gd name="connsiteX7" fmla="*/ 681007 w 684637"/>
              <a:gd name="connsiteY7" fmla="*/ 1116029 h 167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637" h="1673549">
                <a:moveTo>
                  <a:pt x="681007" y="1116099"/>
                </a:moveTo>
                <a:cubicBezTo>
                  <a:pt x="687774" y="1250228"/>
                  <a:pt x="691086" y="1341081"/>
                  <a:pt x="634136" y="1430524"/>
                </a:cubicBezTo>
                <a:cubicBezTo>
                  <a:pt x="567882" y="1534839"/>
                  <a:pt x="452783" y="1585728"/>
                  <a:pt x="182551" y="1640563"/>
                </a:cubicBezTo>
                <a:cubicBezTo>
                  <a:pt x="121795" y="1652898"/>
                  <a:pt x="60615" y="1663893"/>
                  <a:pt x="0" y="1673550"/>
                </a:cubicBezTo>
                <a:cubicBezTo>
                  <a:pt x="187767" y="1596441"/>
                  <a:pt x="483302" y="1434119"/>
                  <a:pt x="524676" y="1165649"/>
                </a:cubicBezTo>
                <a:cubicBezTo>
                  <a:pt x="585996" y="767983"/>
                  <a:pt x="377084" y="0"/>
                  <a:pt x="377084" y="0"/>
                </a:cubicBezTo>
                <a:cubicBezTo>
                  <a:pt x="434599" y="57091"/>
                  <a:pt x="491196" y="90148"/>
                  <a:pt x="545186" y="106570"/>
                </a:cubicBezTo>
                <a:cubicBezTo>
                  <a:pt x="645484" y="454686"/>
                  <a:pt x="673254" y="962094"/>
                  <a:pt x="681007" y="11160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38"/>
            </p:custDataLst>
          </p:nvPr>
        </p:nvSpPr>
        <p:spPr>
          <a:xfrm>
            <a:off x="2484654" y="2549660"/>
            <a:ext cx="584522" cy="658677"/>
          </a:xfrm>
          <a:custGeom>
            <a:avLst/>
            <a:gdLst>
              <a:gd name="connsiteX0" fmla="*/ 79434 w 473011"/>
              <a:gd name="connsiteY0" fmla="*/ 352 h 532992"/>
              <a:gd name="connsiteX1" fmla="*/ 354671 w 473011"/>
              <a:gd name="connsiteY1" fmla="*/ 172261 h 532992"/>
              <a:gd name="connsiteX2" fmla="*/ 366935 w 473011"/>
              <a:gd name="connsiteY2" fmla="*/ 0 h 532992"/>
              <a:gd name="connsiteX3" fmla="*/ 473012 w 473011"/>
              <a:gd name="connsiteY3" fmla="*/ 98747 h 532992"/>
              <a:gd name="connsiteX4" fmla="*/ 446017 w 473011"/>
              <a:gd name="connsiteY4" fmla="*/ 532993 h 532992"/>
              <a:gd name="connsiteX5" fmla="*/ 0 w 473011"/>
              <a:gd name="connsiteY5" fmla="*/ 76333 h 532992"/>
              <a:gd name="connsiteX6" fmla="*/ 79434 w 473011"/>
              <a:gd name="connsiteY6" fmla="*/ 352 h 53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011" h="532992">
                <a:moveTo>
                  <a:pt x="79434" y="352"/>
                </a:moveTo>
                <a:lnTo>
                  <a:pt x="354671" y="172261"/>
                </a:lnTo>
                <a:lnTo>
                  <a:pt x="366935" y="0"/>
                </a:lnTo>
                <a:lnTo>
                  <a:pt x="473012" y="98747"/>
                </a:lnTo>
                <a:lnTo>
                  <a:pt x="446017" y="532993"/>
                </a:lnTo>
                <a:lnTo>
                  <a:pt x="0" y="76333"/>
                </a:lnTo>
                <a:lnTo>
                  <a:pt x="79434" y="352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39"/>
            </p:custDataLst>
          </p:nvPr>
        </p:nvSpPr>
        <p:spPr>
          <a:xfrm>
            <a:off x="2863360" y="2762542"/>
            <a:ext cx="182385" cy="445796"/>
          </a:xfrm>
          <a:custGeom>
            <a:avLst/>
            <a:gdLst>
              <a:gd name="connsiteX0" fmla="*/ 48210 w 147591"/>
              <a:gd name="connsiteY0" fmla="*/ 0 h 360732"/>
              <a:gd name="connsiteX1" fmla="*/ 0 w 147591"/>
              <a:gd name="connsiteY1" fmla="*/ 107064 h 360732"/>
              <a:gd name="connsiteX2" fmla="*/ 62589 w 147591"/>
              <a:gd name="connsiteY2" fmla="*/ 173741 h 360732"/>
              <a:gd name="connsiteX3" fmla="*/ 40528 w 147591"/>
              <a:gd name="connsiteY3" fmla="*/ 258814 h 360732"/>
              <a:gd name="connsiteX4" fmla="*/ 139556 w 147591"/>
              <a:gd name="connsiteY4" fmla="*/ 360732 h 360732"/>
              <a:gd name="connsiteX5" fmla="*/ 147592 w 147591"/>
              <a:gd name="connsiteY5" fmla="*/ 231748 h 360732"/>
              <a:gd name="connsiteX6" fmla="*/ 100579 w 147591"/>
              <a:gd name="connsiteY6" fmla="*/ 164648 h 360732"/>
              <a:gd name="connsiteX7" fmla="*/ 127010 w 147591"/>
              <a:gd name="connsiteY7" fmla="*/ 84721 h 360732"/>
              <a:gd name="connsiteX8" fmla="*/ 48210 w 147591"/>
              <a:gd name="connsiteY8" fmla="*/ 0 h 3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591" h="360732">
                <a:moveTo>
                  <a:pt x="48210" y="0"/>
                </a:moveTo>
                <a:lnTo>
                  <a:pt x="0" y="107064"/>
                </a:lnTo>
                <a:lnTo>
                  <a:pt x="62589" y="173741"/>
                </a:lnTo>
                <a:lnTo>
                  <a:pt x="40528" y="258814"/>
                </a:lnTo>
                <a:lnTo>
                  <a:pt x="139556" y="360732"/>
                </a:lnTo>
                <a:lnTo>
                  <a:pt x="147592" y="231748"/>
                </a:lnTo>
                <a:lnTo>
                  <a:pt x="100579" y="164648"/>
                </a:lnTo>
                <a:lnTo>
                  <a:pt x="127010" y="84721"/>
                </a:lnTo>
                <a:lnTo>
                  <a:pt x="48210" y="0"/>
                </a:lnTo>
                <a:close/>
              </a:path>
            </a:pathLst>
          </a:custGeom>
          <a:solidFill>
            <a:schemeClr val="accent4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40"/>
            </p:custDataLst>
          </p:nvPr>
        </p:nvSpPr>
        <p:spPr>
          <a:xfrm>
            <a:off x="2610598" y="2085049"/>
            <a:ext cx="247883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41"/>
            </p:custDataLst>
          </p:nvPr>
        </p:nvSpPr>
        <p:spPr>
          <a:xfrm>
            <a:off x="2896370" y="2031132"/>
            <a:ext cx="247883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42"/>
            </p:custDataLst>
          </p:nvPr>
        </p:nvSpPr>
        <p:spPr>
          <a:xfrm>
            <a:off x="2853170" y="2163138"/>
            <a:ext cx="44769" cy="13282"/>
          </a:xfrm>
          <a:custGeom>
            <a:avLst/>
            <a:gdLst>
              <a:gd name="connsiteX0" fmla="*/ 0 w 36228"/>
              <a:gd name="connsiteY0" fmla="*/ 10749 h 10748"/>
              <a:gd name="connsiteX1" fmla="*/ 36228 w 36228"/>
              <a:gd name="connsiteY1" fmla="*/ 2080 h 10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228" h="10748">
                <a:moveTo>
                  <a:pt x="0" y="10749"/>
                </a:moveTo>
                <a:cubicBezTo>
                  <a:pt x="0" y="10749"/>
                  <a:pt x="14590" y="-5674"/>
                  <a:pt x="36228" y="2080"/>
                </a:cubicBezTo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43"/>
            </p:custDataLst>
          </p:nvPr>
        </p:nvSpPr>
        <p:spPr>
          <a:xfrm>
            <a:off x="3292324" y="2829524"/>
            <a:ext cx="539753" cy="543439"/>
          </a:xfrm>
          <a:custGeom>
            <a:avLst/>
            <a:gdLst>
              <a:gd name="connsiteX0" fmla="*/ 436783 w 436783"/>
              <a:gd name="connsiteY0" fmla="*/ 65479 h 439743"/>
              <a:gd name="connsiteX1" fmla="*/ 138076 w 436783"/>
              <a:gd name="connsiteY1" fmla="*/ 439744 h 439743"/>
              <a:gd name="connsiteX2" fmla="*/ 94236 w 436783"/>
              <a:gd name="connsiteY2" fmla="*/ 419656 h 439743"/>
              <a:gd name="connsiteX3" fmla="*/ 0 w 436783"/>
              <a:gd name="connsiteY3" fmla="*/ 0 h 439743"/>
              <a:gd name="connsiteX4" fmla="*/ 436783 w 436783"/>
              <a:gd name="connsiteY4" fmla="*/ 65408 h 43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783" h="439743">
                <a:moveTo>
                  <a:pt x="436783" y="65479"/>
                </a:moveTo>
                <a:cubicBezTo>
                  <a:pt x="274038" y="290531"/>
                  <a:pt x="138076" y="439744"/>
                  <a:pt x="138076" y="439744"/>
                </a:cubicBezTo>
                <a:cubicBezTo>
                  <a:pt x="138076" y="439744"/>
                  <a:pt x="121090" y="433259"/>
                  <a:pt x="94236" y="419656"/>
                </a:cubicBezTo>
                <a:cubicBezTo>
                  <a:pt x="50184" y="184595"/>
                  <a:pt x="0" y="0"/>
                  <a:pt x="0" y="0"/>
                </a:cubicBezTo>
                <a:cubicBezTo>
                  <a:pt x="168243" y="167045"/>
                  <a:pt x="329156" y="129266"/>
                  <a:pt x="436783" y="654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44"/>
            </p:custDataLst>
          </p:nvPr>
        </p:nvSpPr>
        <p:spPr>
          <a:xfrm>
            <a:off x="2938178" y="2478845"/>
            <a:ext cx="658991" cy="947862"/>
          </a:xfrm>
          <a:custGeom>
            <a:avLst/>
            <a:gdLst>
              <a:gd name="connsiteX0" fmla="*/ 77743 w 533274"/>
              <a:gd name="connsiteY0" fmla="*/ 0 h 766996"/>
              <a:gd name="connsiteX1" fmla="*/ 533275 w 533274"/>
              <a:gd name="connsiteY1" fmla="*/ 654083 h 766996"/>
              <a:gd name="connsiteX2" fmla="*/ 531936 w 533274"/>
              <a:gd name="connsiteY2" fmla="*/ 766996 h 766996"/>
              <a:gd name="connsiteX3" fmla="*/ 0 w 533274"/>
              <a:gd name="connsiteY3" fmla="*/ 57373 h 766996"/>
              <a:gd name="connsiteX4" fmla="*/ 77813 w 533274"/>
              <a:gd name="connsiteY4" fmla="*/ 71 h 76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274" h="766996">
                <a:moveTo>
                  <a:pt x="77743" y="0"/>
                </a:moveTo>
                <a:cubicBezTo>
                  <a:pt x="77743" y="0"/>
                  <a:pt x="533134" y="407533"/>
                  <a:pt x="533275" y="654083"/>
                </a:cubicBezTo>
                <a:lnTo>
                  <a:pt x="531936" y="766996"/>
                </a:lnTo>
                <a:cubicBezTo>
                  <a:pt x="531936" y="766996"/>
                  <a:pt x="152032" y="171626"/>
                  <a:pt x="0" y="57373"/>
                </a:cubicBezTo>
                <a:lnTo>
                  <a:pt x="77813" y="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5"/>
            </p:custDataLst>
          </p:nvPr>
        </p:nvSpPr>
        <p:spPr>
          <a:xfrm>
            <a:off x="2508169" y="2770903"/>
            <a:ext cx="629900" cy="655802"/>
          </a:xfrm>
          <a:custGeom>
            <a:avLst/>
            <a:gdLst>
              <a:gd name="connsiteX0" fmla="*/ 0 w 509733"/>
              <a:gd name="connsiteY0" fmla="*/ 10854 h 530666"/>
              <a:gd name="connsiteX1" fmla="*/ 489787 w 509733"/>
              <a:gd name="connsiteY1" fmla="*/ 530667 h 530666"/>
              <a:gd name="connsiteX2" fmla="*/ 509733 w 509733"/>
              <a:gd name="connsiteY2" fmla="*/ 0 h 53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9733" h="530666">
                <a:moveTo>
                  <a:pt x="0" y="10854"/>
                </a:moveTo>
                <a:lnTo>
                  <a:pt x="489787" y="530667"/>
                </a:lnTo>
                <a:lnTo>
                  <a:pt x="509733" y="0"/>
                </a:lnTo>
              </a:path>
            </a:pathLst>
          </a:custGeom>
          <a:noFill/>
          <a:ln w="696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6"/>
            </p:custDataLst>
          </p:nvPr>
        </p:nvSpPr>
        <p:spPr>
          <a:xfrm>
            <a:off x="1" y="4355047"/>
            <a:ext cx="2755480" cy="2502954"/>
          </a:xfrm>
          <a:custGeom>
            <a:avLst/>
            <a:gdLst>
              <a:gd name="connsiteX0" fmla="*/ 0 w 2652829"/>
              <a:gd name="connsiteY0" fmla="*/ 0 h 2409585"/>
              <a:gd name="connsiteX1" fmla="*/ 54734 w 2652829"/>
              <a:gd name="connsiteY1" fmla="*/ 47014 h 2409585"/>
              <a:gd name="connsiteX2" fmla="*/ 330703 w 2652829"/>
              <a:gd name="connsiteY2" fmla="*/ 643364 h 2409585"/>
              <a:gd name="connsiteX3" fmla="*/ 942589 w 2652829"/>
              <a:gd name="connsiteY3" fmla="*/ 1028270 h 2409585"/>
              <a:gd name="connsiteX4" fmla="*/ 1850131 w 2652829"/>
              <a:gd name="connsiteY4" fmla="*/ 1633679 h 2409585"/>
              <a:gd name="connsiteX5" fmla="*/ 2635150 w 2652829"/>
              <a:gd name="connsiteY5" fmla="*/ 2333830 h 2409585"/>
              <a:gd name="connsiteX6" fmla="*/ 2652829 w 2652829"/>
              <a:gd name="connsiteY6" fmla="*/ 2409585 h 2409585"/>
              <a:gd name="connsiteX7" fmla="*/ 336779 w 2652829"/>
              <a:gd name="connsiteY7" fmla="*/ 2409585 h 2409585"/>
              <a:gd name="connsiteX8" fmla="*/ 228426 w 2652829"/>
              <a:gd name="connsiteY8" fmla="*/ 2353407 h 2409585"/>
              <a:gd name="connsiteX9" fmla="*/ 19602 w 2652829"/>
              <a:gd name="connsiteY9" fmla="*/ 2175984 h 2409585"/>
              <a:gd name="connsiteX10" fmla="*/ 0 w 2652829"/>
              <a:gd name="connsiteY10" fmla="*/ 2145923 h 2409585"/>
              <a:gd name="connsiteX11" fmla="*/ 0 w 2652829"/>
              <a:gd name="connsiteY11" fmla="*/ 1763016 h 2409585"/>
              <a:gd name="connsiteX12" fmla="*/ 6574 w 2652829"/>
              <a:gd name="connsiteY12" fmla="*/ 1766020 h 2409585"/>
              <a:gd name="connsiteX13" fmla="*/ 322798 w 2652829"/>
              <a:gd name="connsiteY13" fmla="*/ 1958291 h 2409585"/>
              <a:gd name="connsiteX14" fmla="*/ 92337 w 2652829"/>
              <a:gd name="connsiteY14" fmla="*/ 1687903 h 2409585"/>
              <a:gd name="connsiteX15" fmla="*/ 0 w 2652829"/>
              <a:gd name="connsiteY15" fmla="*/ 1597806 h 2409585"/>
              <a:gd name="connsiteX16" fmla="*/ 0 w 2652829"/>
              <a:gd name="connsiteY16" fmla="*/ 346010 h 2409585"/>
              <a:gd name="connsiteX17" fmla="*/ 759 w 2652829"/>
              <a:gd name="connsiteY17" fmla="*/ 346268 h 2409585"/>
              <a:gd name="connsiteX18" fmla="*/ 19688 w 2652829"/>
              <a:gd name="connsiteY18" fmla="*/ 183486 h 2409585"/>
              <a:gd name="connsiteX19" fmla="*/ 0 w 2652829"/>
              <a:gd name="connsiteY19" fmla="*/ 144351 h 240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52829" h="2409585">
                <a:moveTo>
                  <a:pt x="0" y="0"/>
                </a:moveTo>
                <a:lnTo>
                  <a:pt x="54734" y="47014"/>
                </a:lnTo>
                <a:cubicBezTo>
                  <a:pt x="228461" y="239283"/>
                  <a:pt x="330703" y="643364"/>
                  <a:pt x="330703" y="643364"/>
                </a:cubicBezTo>
                <a:cubicBezTo>
                  <a:pt x="330703" y="643364"/>
                  <a:pt x="727991" y="396381"/>
                  <a:pt x="942589" y="1028270"/>
                </a:cubicBezTo>
                <a:cubicBezTo>
                  <a:pt x="942589" y="1028270"/>
                  <a:pt x="1598957" y="791954"/>
                  <a:pt x="1850131" y="1633679"/>
                </a:cubicBezTo>
                <a:cubicBezTo>
                  <a:pt x="1850131" y="1633679"/>
                  <a:pt x="2370384" y="1372897"/>
                  <a:pt x="2635150" y="2333830"/>
                </a:cubicBezTo>
                <a:lnTo>
                  <a:pt x="2652829" y="2409585"/>
                </a:lnTo>
                <a:lnTo>
                  <a:pt x="336779" y="2409585"/>
                </a:lnTo>
                <a:lnTo>
                  <a:pt x="228426" y="2353407"/>
                </a:lnTo>
                <a:cubicBezTo>
                  <a:pt x="147236" y="2303677"/>
                  <a:pt x="73668" y="2244861"/>
                  <a:pt x="19602" y="2175984"/>
                </a:cubicBezTo>
                <a:lnTo>
                  <a:pt x="0" y="2145923"/>
                </a:lnTo>
                <a:lnTo>
                  <a:pt x="0" y="1763016"/>
                </a:lnTo>
                <a:lnTo>
                  <a:pt x="6574" y="1766020"/>
                </a:lnTo>
                <a:cubicBezTo>
                  <a:pt x="92985" y="1820498"/>
                  <a:pt x="230941" y="2034968"/>
                  <a:pt x="322798" y="1958291"/>
                </a:cubicBezTo>
                <a:cubicBezTo>
                  <a:pt x="359541" y="1927621"/>
                  <a:pt x="261748" y="1848397"/>
                  <a:pt x="92337" y="1687903"/>
                </a:cubicBezTo>
                <a:lnTo>
                  <a:pt x="0" y="1597806"/>
                </a:lnTo>
                <a:lnTo>
                  <a:pt x="0" y="346010"/>
                </a:lnTo>
                <a:lnTo>
                  <a:pt x="759" y="346268"/>
                </a:lnTo>
                <a:cubicBezTo>
                  <a:pt x="92238" y="365814"/>
                  <a:pt x="65212" y="279328"/>
                  <a:pt x="19688" y="183486"/>
                </a:cubicBezTo>
                <a:lnTo>
                  <a:pt x="0" y="14435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7"/>
            </p:custDataLst>
          </p:nvPr>
        </p:nvSpPr>
        <p:spPr>
          <a:xfrm>
            <a:off x="0" y="5162423"/>
            <a:ext cx="1468700" cy="1695578"/>
          </a:xfrm>
          <a:custGeom>
            <a:avLst/>
            <a:gdLst>
              <a:gd name="connsiteX0" fmla="*/ 0 w 1468776"/>
              <a:gd name="connsiteY0" fmla="*/ 0 h 1695578"/>
              <a:gd name="connsiteX1" fmla="*/ 18678 w 1468776"/>
              <a:gd name="connsiteY1" fmla="*/ 7899 h 1695578"/>
              <a:gd name="connsiteX2" fmla="*/ 159077 w 1468776"/>
              <a:gd name="connsiteY2" fmla="*/ 252882 h 1695578"/>
              <a:gd name="connsiteX3" fmla="*/ 203940 w 1468776"/>
              <a:gd name="connsiteY3" fmla="*/ 544347 h 1695578"/>
              <a:gd name="connsiteX4" fmla="*/ 583225 w 1468776"/>
              <a:gd name="connsiteY4" fmla="*/ 1034884 h 1695578"/>
              <a:gd name="connsiteX5" fmla="*/ 1468622 w 1468776"/>
              <a:gd name="connsiteY5" fmla="*/ 1694598 h 1695578"/>
              <a:gd name="connsiteX6" fmla="*/ 1468776 w 1468776"/>
              <a:gd name="connsiteY6" fmla="*/ 1695578 h 1695578"/>
              <a:gd name="connsiteX7" fmla="*/ 33133 w 1468776"/>
              <a:gd name="connsiteY7" fmla="*/ 1695578 h 1695578"/>
              <a:gd name="connsiteX8" fmla="*/ 0 w 1468776"/>
              <a:gd name="connsiteY8" fmla="*/ 1662933 h 169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776" h="1695578">
                <a:moveTo>
                  <a:pt x="0" y="0"/>
                </a:moveTo>
                <a:lnTo>
                  <a:pt x="18678" y="7899"/>
                </a:lnTo>
                <a:cubicBezTo>
                  <a:pt x="99165" y="61620"/>
                  <a:pt x="129073" y="148774"/>
                  <a:pt x="159077" y="252882"/>
                </a:cubicBezTo>
                <a:cubicBezTo>
                  <a:pt x="199177" y="391471"/>
                  <a:pt x="196986" y="484720"/>
                  <a:pt x="203940" y="544347"/>
                </a:cubicBezTo>
                <a:cubicBezTo>
                  <a:pt x="218608" y="668934"/>
                  <a:pt x="296141" y="840574"/>
                  <a:pt x="583225" y="1034884"/>
                </a:cubicBezTo>
                <a:cubicBezTo>
                  <a:pt x="1198159" y="1145136"/>
                  <a:pt x="1410257" y="1433649"/>
                  <a:pt x="1468622" y="1694598"/>
                </a:cubicBezTo>
                <a:lnTo>
                  <a:pt x="1468776" y="1695578"/>
                </a:lnTo>
                <a:lnTo>
                  <a:pt x="33133" y="1695578"/>
                </a:lnTo>
                <a:lnTo>
                  <a:pt x="0" y="166293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48"/>
            </p:custDataLst>
          </p:nvPr>
        </p:nvCxnSpPr>
        <p:spPr>
          <a:xfrm>
            <a:off x="3535521" y="6335752"/>
            <a:ext cx="5049232" cy="0"/>
          </a:xfrm>
          <a:prstGeom prst="line">
            <a:avLst/>
          </a:prstGeom>
          <a:ln w="19050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任意多边形: 形状 92"/>
          <p:cNvSpPr/>
          <p:nvPr>
            <p:custDataLst>
              <p:tags r:id="rId49"/>
            </p:custDataLst>
          </p:nvPr>
        </p:nvSpPr>
        <p:spPr>
          <a:xfrm>
            <a:off x="816559" y="1404853"/>
            <a:ext cx="815740" cy="608979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50"/>
            </p:custDataLst>
          </p:nvPr>
        </p:nvSpPr>
        <p:spPr>
          <a:xfrm>
            <a:off x="1141188" y="1389063"/>
            <a:ext cx="798442" cy="204214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>
            <a:off x="2829770" y="5467356"/>
            <a:ext cx="858161" cy="349171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>
            <a:off x="3060002" y="5688841"/>
            <a:ext cx="503060" cy="127686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53"/>
            </p:custDataLst>
          </p:nvPr>
        </p:nvSpPr>
        <p:spPr>
          <a:xfrm>
            <a:off x="4897308" y="1013349"/>
            <a:ext cx="898430" cy="880080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54"/>
            </p:custDataLst>
          </p:nvPr>
        </p:nvSpPr>
        <p:spPr>
          <a:xfrm>
            <a:off x="5022092" y="1040024"/>
            <a:ext cx="748389" cy="720618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5"/>
            </p:custDataLst>
          </p:nvPr>
        </p:nvSpPr>
        <p:spPr>
          <a:xfrm>
            <a:off x="4987552" y="867028"/>
            <a:ext cx="962539" cy="913306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56"/>
            </p:custDataLst>
          </p:nvPr>
        </p:nvSpPr>
        <p:spPr>
          <a:xfrm>
            <a:off x="4972434" y="864647"/>
            <a:ext cx="980038" cy="931752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57"/>
            </p:custDataLst>
          </p:nvPr>
        </p:nvSpPr>
        <p:spPr>
          <a:xfrm>
            <a:off x="5273983" y="1834508"/>
            <a:ext cx="122841" cy="125728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>
            <a:off x="5378277" y="1313008"/>
            <a:ext cx="229628" cy="539618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>
            <a:off x="5424166" y="1275863"/>
            <a:ext cx="93977" cy="90969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0"/>
            </p:custDataLst>
          </p:nvPr>
        </p:nvSpPr>
        <p:spPr>
          <a:xfrm>
            <a:off x="454265" y="4907987"/>
            <a:ext cx="455645" cy="527624"/>
          </a:xfrm>
          <a:custGeom>
            <a:avLst/>
            <a:gdLst>
              <a:gd name="connsiteX0" fmla="*/ 320917 w 368721"/>
              <a:gd name="connsiteY0" fmla="*/ 2608 h 426946"/>
              <a:gd name="connsiteX1" fmla="*/ 368573 w 368721"/>
              <a:gd name="connsiteY1" fmla="*/ 70839 h 426946"/>
              <a:gd name="connsiteX2" fmla="*/ 358401 w 368721"/>
              <a:gd name="connsiteY2" fmla="*/ 115367 h 426946"/>
              <a:gd name="connsiteX3" fmla="*/ 356860 w 368721"/>
              <a:gd name="connsiteY3" fmla="*/ 119167 h 426946"/>
              <a:gd name="connsiteX4" fmla="*/ 358751 w 368721"/>
              <a:gd name="connsiteY4" fmla="*/ 157596 h 426946"/>
              <a:gd name="connsiteX5" fmla="*/ 300134 w 368721"/>
              <a:gd name="connsiteY5" fmla="*/ 297935 h 426946"/>
              <a:gd name="connsiteX6" fmla="*/ 236628 w 368721"/>
              <a:gd name="connsiteY6" fmla="*/ 365247 h 426946"/>
              <a:gd name="connsiteX7" fmla="*/ 227955 w 368721"/>
              <a:gd name="connsiteY7" fmla="*/ 351043 h 426946"/>
              <a:gd name="connsiteX8" fmla="*/ 229102 w 368721"/>
              <a:gd name="connsiteY8" fmla="*/ 342613 h 426946"/>
              <a:gd name="connsiteX9" fmla="*/ 204700 w 368721"/>
              <a:gd name="connsiteY9" fmla="*/ 373564 h 426946"/>
              <a:gd name="connsiteX10" fmla="*/ 152331 w 368721"/>
              <a:gd name="connsiteY10" fmla="*/ 420928 h 426946"/>
              <a:gd name="connsiteX11" fmla="*/ 141547 w 368721"/>
              <a:gd name="connsiteY11" fmla="*/ 382445 h 426946"/>
              <a:gd name="connsiteX12" fmla="*/ 153987 w 368721"/>
              <a:gd name="connsiteY12" fmla="*/ 364683 h 426946"/>
              <a:gd name="connsiteX13" fmla="*/ 156013 w 368721"/>
              <a:gd name="connsiteY13" fmla="*/ 361674 h 426946"/>
              <a:gd name="connsiteX14" fmla="*/ 138939 w 368721"/>
              <a:gd name="connsiteY14" fmla="*/ 377934 h 426946"/>
              <a:gd name="connsiteX15" fmla="*/ 80720 w 368721"/>
              <a:gd name="connsiteY15" fmla="*/ 416981 h 426946"/>
              <a:gd name="connsiteX16" fmla="*/ 72474 w 368721"/>
              <a:gd name="connsiteY16" fmla="*/ 372013 h 426946"/>
              <a:gd name="connsiteX17" fmla="*/ 112367 w 368721"/>
              <a:gd name="connsiteY17" fmla="*/ 336983 h 426946"/>
              <a:gd name="connsiteX18" fmla="*/ 135233 w 368721"/>
              <a:gd name="connsiteY18" fmla="*/ 311126 h 426946"/>
              <a:gd name="connsiteX19" fmla="*/ 117935 w 368721"/>
              <a:gd name="connsiteY19" fmla="*/ 327327 h 426946"/>
              <a:gd name="connsiteX20" fmla="*/ 60280 w 368721"/>
              <a:gd name="connsiteY20" fmla="*/ 365599 h 426946"/>
              <a:gd name="connsiteX21" fmla="*/ 52456 w 368721"/>
              <a:gd name="connsiteY21" fmla="*/ 321124 h 426946"/>
              <a:gd name="connsiteX22" fmla="*/ 92068 w 368721"/>
              <a:gd name="connsiteY22" fmla="*/ 286728 h 426946"/>
              <a:gd name="connsiteX23" fmla="*/ 135556 w 368721"/>
              <a:gd name="connsiteY23" fmla="*/ 232386 h 426946"/>
              <a:gd name="connsiteX24" fmla="*/ 152692 w 368721"/>
              <a:gd name="connsiteY24" fmla="*/ 199770 h 426946"/>
              <a:gd name="connsiteX25" fmla="*/ 154686 w 368721"/>
              <a:gd name="connsiteY25" fmla="*/ 195552 h 426946"/>
              <a:gd name="connsiteX26" fmla="*/ 150569 w 368721"/>
              <a:gd name="connsiteY26" fmla="*/ 199612 h 426946"/>
              <a:gd name="connsiteX27" fmla="*/ 83328 w 368721"/>
              <a:gd name="connsiteY27" fmla="*/ 248739 h 426946"/>
              <a:gd name="connsiteX28" fmla="*/ 23276 w 368721"/>
              <a:gd name="connsiteY28" fmla="*/ 275311 h 426946"/>
              <a:gd name="connsiteX29" fmla="*/ 22995 w 368721"/>
              <a:gd name="connsiteY29" fmla="*/ 231752 h 426946"/>
              <a:gd name="connsiteX30" fmla="*/ 65566 w 368721"/>
              <a:gd name="connsiteY30" fmla="*/ 205885 h 426946"/>
              <a:gd name="connsiteX31" fmla="*/ 115116 w 368721"/>
              <a:gd name="connsiteY31" fmla="*/ 161692 h 426946"/>
              <a:gd name="connsiteX32" fmla="*/ 163890 w 368721"/>
              <a:gd name="connsiteY32" fmla="*/ 97553 h 426946"/>
              <a:gd name="connsiteX33" fmla="*/ 164704 w 368721"/>
              <a:gd name="connsiteY33" fmla="*/ 97684 h 426946"/>
              <a:gd name="connsiteX34" fmla="*/ 184744 w 368721"/>
              <a:gd name="connsiteY34" fmla="*/ 70769 h 426946"/>
              <a:gd name="connsiteX35" fmla="*/ 269826 w 368721"/>
              <a:gd name="connsiteY35" fmla="*/ 3740 h 426946"/>
              <a:gd name="connsiteX36" fmla="*/ 320917 w 368721"/>
              <a:gd name="connsiteY36" fmla="*/ 2608 h 426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68721" h="426946">
                <a:moveTo>
                  <a:pt x="320917" y="2608"/>
                </a:moveTo>
                <a:cubicBezTo>
                  <a:pt x="360947" y="13180"/>
                  <a:pt x="370053" y="53131"/>
                  <a:pt x="368573" y="70839"/>
                </a:cubicBezTo>
                <a:cubicBezTo>
                  <a:pt x="367410" y="83879"/>
                  <a:pt x="363767" y="99121"/>
                  <a:pt x="358401" y="115367"/>
                </a:cubicBezTo>
                <a:lnTo>
                  <a:pt x="356860" y="119167"/>
                </a:lnTo>
                <a:lnTo>
                  <a:pt x="358751" y="157596"/>
                </a:lnTo>
                <a:cubicBezTo>
                  <a:pt x="354397" y="203643"/>
                  <a:pt x="331111" y="245020"/>
                  <a:pt x="300134" y="297935"/>
                </a:cubicBezTo>
                <a:cubicBezTo>
                  <a:pt x="275183" y="340648"/>
                  <a:pt x="260240" y="381881"/>
                  <a:pt x="236628" y="365247"/>
                </a:cubicBezTo>
                <a:cubicBezTo>
                  <a:pt x="231395" y="361547"/>
                  <a:pt x="228725" y="356776"/>
                  <a:pt x="227955" y="351043"/>
                </a:cubicBezTo>
                <a:lnTo>
                  <a:pt x="229102" y="342613"/>
                </a:lnTo>
                <a:lnTo>
                  <a:pt x="204700" y="373564"/>
                </a:lnTo>
                <a:cubicBezTo>
                  <a:pt x="189546" y="391043"/>
                  <a:pt x="165018" y="412400"/>
                  <a:pt x="152331" y="420928"/>
                </a:cubicBezTo>
                <a:cubicBezTo>
                  <a:pt x="122657" y="440945"/>
                  <a:pt x="116314" y="406620"/>
                  <a:pt x="141547" y="382445"/>
                </a:cubicBezTo>
                <a:cubicBezTo>
                  <a:pt x="144966" y="379167"/>
                  <a:pt x="148983" y="372718"/>
                  <a:pt x="153987" y="364683"/>
                </a:cubicBezTo>
                <a:lnTo>
                  <a:pt x="156013" y="361674"/>
                </a:lnTo>
                <a:lnTo>
                  <a:pt x="138939" y="377934"/>
                </a:lnTo>
                <a:cubicBezTo>
                  <a:pt x="121459" y="393017"/>
                  <a:pt x="94394" y="410426"/>
                  <a:pt x="80720" y="416981"/>
                </a:cubicBezTo>
                <a:cubicBezTo>
                  <a:pt x="48580" y="432417"/>
                  <a:pt x="44210" y="392171"/>
                  <a:pt x="72474" y="372013"/>
                </a:cubicBezTo>
                <a:cubicBezTo>
                  <a:pt x="80227" y="366515"/>
                  <a:pt x="95240" y="353829"/>
                  <a:pt x="112367" y="336983"/>
                </a:cubicBezTo>
                <a:lnTo>
                  <a:pt x="135233" y="311126"/>
                </a:lnTo>
                <a:lnTo>
                  <a:pt x="117935" y="327327"/>
                </a:lnTo>
                <a:cubicBezTo>
                  <a:pt x="100807" y="342199"/>
                  <a:pt x="73883" y="359185"/>
                  <a:pt x="60280" y="365599"/>
                </a:cubicBezTo>
                <a:cubicBezTo>
                  <a:pt x="28421" y="380612"/>
                  <a:pt x="24545" y="340859"/>
                  <a:pt x="52456" y="321124"/>
                </a:cubicBezTo>
                <a:cubicBezTo>
                  <a:pt x="60139" y="315767"/>
                  <a:pt x="75011" y="303292"/>
                  <a:pt x="92068" y="286728"/>
                </a:cubicBezTo>
                <a:cubicBezTo>
                  <a:pt x="108490" y="270870"/>
                  <a:pt x="126322" y="248033"/>
                  <a:pt x="135556" y="232386"/>
                </a:cubicBezTo>
                <a:cubicBezTo>
                  <a:pt x="138939" y="226818"/>
                  <a:pt x="145547" y="214166"/>
                  <a:pt x="152692" y="199770"/>
                </a:cubicBezTo>
                <a:lnTo>
                  <a:pt x="154686" y="195552"/>
                </a:lnTo>
                <a:lnTo>
                  <a:pt x="150569" y="199612"/>
                </a:lnTo>
                <a:cubicBezTo>
                  <a:pt x="126816" y="220404"/>
                  <a:pt x="100596" y="238237"/>
                  <a:pt x="83328" y="248739"/>
                </a:cubicBezTo>
                <a:cubicBezTo>
                  <a:pt x="64791" y="259946"/>
                  <a:pt x="36950" y="271505"/>
                  <a:pt x="23276" y="275311"/>
                </a:cubicBezTo>
                <a:cubicBezTo>
                  <a:pt x="-9005" y="284121"/>
                  <a:pt x="-6397" y="245779"/>
                  <a:pt x="22995" y="231752"/>
                </a:cubicBezTo>
                <a:cubicBezTo>
                  <a:pt x="31030" y="228017"/>
                  <a:pt x="46818" y="218642"/>
                  <a:pt x="65566" y="205885"/>
                </a:cubicBezTo>
                <a:cubicBezTo>
                  <a:pt x="83469" y="193550"/>
                  <a:pt x="103909" y="174943"/>
                  <a:pt x="115116" y="161692"/>
                </a:cubicBezTo>
                <a:cubicBezTo>
                  <a:pt x="123010" y="152247"/>
                  <a:pt x="149653" y="119402"/>
                  <a:pt x="163890" y="97553"/>
                </a:cubicBezTo>
                <a:lnTo>
                  <a:pt x="164704" y="97684"/>
                </a:lnTo>
                <a:lnTo>
                  <a:pt x="184744" y="70769"/>
                </a:lnTo>
                <a:cubicBezTo>
                  <a:pt x="208717" y="41571"/>
                  <a:pt x="240117" y="10647"/>
                  <a:pt x="269826" y="3740"/>
                </a:cubicBezTo>
                <a:cubicBezTo>
                  <a:pt x="290795" y="-1176"/>
                  <a:pt x="307574" y="-916"/>
                  <a:pt x="320917" y="2608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61"/>
            </p:custDataLst>
          </p:nvPr>
        </p:nvSpPr>
        <p:spPr>
          <a:xfrm>
            <a:off x="2115353" y="3032650"/>
            <a:ext cx="421343" cy="1122417"/>
          </a:xfrm>
          <a:custGeom>
            <a:avLst/>
            <a:gdLst>
              <a:gd name="connsiteX0" fmla="*/ 324222 w 340963"/>
              <a:gd name="connsiteY0" fmla="*/ 0 h 908244"/>
              <a:gd name="connsiteX1" fmla="*/ 0 w 340963"/>
              <a:gd name="connsiteY1" fmla="*/ 908245 h 908244"/>
              <a:gd name="connsiteX2" fmla="*/ 18537 w 340963"/>
              <a:gd name="connsiteY2" fmla="*/ 543636 h 908244"/>
              <a:gd name="connsiteX3" fmla="*/ 324222 w 340963"/>
              <a:gd name="connsiteY3" fmla="*/ 0 h 90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63" h="908244">
                <a:moveTo>
                  <a:pt x="324222" y="0"/>
                </a:moveTo>
                <a:cubicBezTo>
                  <a:pt x="324222" y="0"/>
                  <a:pt x="452290" y="631951"/>
                  <a:pt x="0" y="908245"/>
                </a:cubicBezTo>
                <a:lnTo>
                  <a:pt x="18537" y="543636"/>
                </a:lnTo>
                <a:lnTo>
                  <a:pt x="324222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62"/>
            </p:custDataLst>
          </p:nvPr>
        </p:nvSpPr>
        <p:spPr>
          <a:xfrm>
            <a:off x="638065" y="2708068"/>
            <a:ext cx="1919471" cy="2449561"/>
          </a:xfrm>
          <a:custGeom>
            <a:avLst/>
            <a:gdLst>
              <a:gd name="connsiteX0" fmla="*/ 0 w 1553290"/>
              <a:gd name="connsiteY0" fmla="*/ 1768728 h 1982150"/>
              <a:gd name="connsiteX1" fmla="*/ 286725 w 1553290"/>
              <a:gd name="connsiteY1" fmla="*/ 1982151 h 1982150"/>
              <a:gd name="connsiteX2" fmla="*/ 871875 w 1553290"/>
              <a:gd name="connsiteY2" fmla="*/ 1152918 h 1982150"/>
              <a:gd name="connsiteX3" fmla="*/ 1497272 w 1553290"/>
              <a:gd name="connsiteY3" fmla="*/ 472898 h 1982150"/>
              <a:gd name="connsiteX4" fmla="*/ 1450048 w 1553290"/>
              <a:gd name="connsiteY4" fmla="*/ 3763 h 1982150"/>
              <a:gd name="connsiteX5" fmla="*/ 545962 w 1553290"/>
              <a:gd name="connsiteY5" fmla="*/ 760116 h 1982150"/>
              <a:gd name="connsiteX6" fmla="*/ 0 w 1553290"/>
              <a:gd name="connsiteY6" fmla="*/ 1768728 h 198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3290" h="1982150">
                <a:moveTo>
                  <a:pt x="0" y="1768728"/>
                </a:moveTo>
                <a:lnTo>
                  <a:pt x="286725" y="1982151"/>
                </a:lnTo>
                <a:cubicBezTo>
                  <a:pt x="286725" y="1982151"/>
                  <a:pt x="699403" y="1347451"/>
                  <a:pt x="871875" y="1152918"/>
                </a:cubicBezTo>
                <a:cubicBezTo>
                  <a:pt x="1021370" y="984252"/>
                  <a:pt x="1399370" y="662849"/>
                  <a:pt x="1497272" y="472898"/>
                </a:cubicBezTo>
                <a:cubicBezTo>
                  <a:pt x="1567895" y="335949"/>
                  <a:pt x="1591084" y="33788"/>
                  <a:pt x="1450048" y="3763"/>
                </a:cubicBezTo>
                <a:cubicBezTo>
                  <a:pt x="1193983" y="-50791"/>
                  <a:pt x="701588" y="501796"/>
                  <a:pt x="545962" y="760116"/>
                </a:cubicBezTo>
                <a:cubicBezTo>
                  <a:pt x="398018" y="1005679"/>
                  <a:pt x="0" y="1768728"/>
                  <a:pt x="0" y="1768728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63"/>
            </p:custDataLst>
          </p:nvPr>
        </p:nvSpPr>
        <p:spPr>
          <a:xfrm>
            <a:off x="1938455" y="2599745"/>
            <a:ext cx="615404" cy="1428499"/>
          </a:xfrm>
          <a:custGeom>
            <a:avLst/>
            <a:gdLst>
              <a:gd name="connsiteX0" fmla="*/ 406899 w 498002"/>
              <a:gd name="connsiteY0" fmla="*/ 0 h 1155921"/>
              <a:gd name="connsiteX1" fmla="*/ 95716 w 498002"/>
              <a:gd name="connsiteY1" fmla="*/ 1155922 h 1155921"/>
              <a:gd name="connsiteX2" fmla="*/ 0 w 498002"/>
              <a:gd name="connsiteY2" fmla="*/ 1065140 h 1155921"/>
              <a:gd name="connsiteX3" fmla="*/ 239008 w 498002"/>
              <a:gd name="connsiteY3" fmla="*/ 36863 h 1155921"/>
              <a:gd name="connsiteX4" fmla="*/ 406828 w 498002"/>
              <a:gd name="connsiteY4" fmla="*/ 70 h 115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002" h="1155921">
                <a:moveTo>
                  <a:pt x="406899" y="0"/>
                </a:moveTo>
                <a:cubicBezTo>
                  <a:pt x="406899" y="0"/>
                  <a:pt x="753111" y="683615"/>
                  <a:pt x="95716" y="1155922"/>
                </a:cubicBezTo>
                <a:lnTo>
                  <a:pt x="0" y="1065140"/>
                </a:lnTo>
                <a:cubicBezTo>
                  <a:pt x="0" y="1065140"/>
                  <a:pt x="501769" y="588392"/>
                  <a:pt x="239008" y="36863"/>
                </a:cubicBezTo>
                <a:lnTo>
                  <a:pt x="406828" y="7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13" name="直接连接符 112"/>
          <p:cNvCxnSpPr/>
          <p:nvPr>
            <p:custDataLst>
              <p:tags r:id="rId64"/>
            </p:custDataLst>
          </p:nvPr>
        </p:nvCxnSpPr>
        <p:spPr>
          <a:xfrm>
            <a:off x="10103017" y="5038528"/>
            <a:ext cx="1208819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5949640" y="1394460"/>
            <a:ext cx="5362296" cy="22987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 u="none" strike="noStrike" kern="1200" spc="0" normalizeH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8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9" Type="http://schemas.openxmlformats.org/officeDocument/2006/relationships/theme" Target="../theme/theme2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6" cy="6858000"/>
          </a:xfrm>
          <a:prstGeom prst="rect">
            <a:avLst/>
          </a:prstGeom>
          <a:gradFill flip="none" rotWithShape="1">
            <a:gsLst>
              <a:gs pos="1000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3"/>
            </p:custDataLst>
          </p:nvPr>
        </p:nvSpPr>
        <p:spPr>
          <a:xfrm>
            <a:off x="10031666" y="5515414"/>
            <a:ext cx="2159700" cy="1342586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>
            <p:custDataLst>
              <p:tags r:id="rId14"/>
            </p:custDataLst>
          </p:nvPr>
        </p:nvSpPr>
        <p:spPr>
          <a:xfrm>
            <a:off x="10707480" y="5700816"/>
            <a:ext cx="1483885" cy="1157184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15"/>
            </p:custDataLst>
          </p:nvPr>
        </p:nvSpPr>
        <p:spPr>
          <a:xfrm>
            <a:off x="10872513" y="5775298"/>
            <a:ext cx="1248779" cy="946177"/>
          </a:xfrm>
          <a:custGeom>
            <a:avLst/>
            <a:gdLst>
              <a:gd name="connsiteX0" fmla="*/ 2196846 w 2383860"/>
              <a:gd name="connsiteY0" fmla="*/ 191 h 1806113"/>
              <a:gd name="connsiteX1" fmla="*/ 2191607 w 2383860"/>
              <a:gd name="connsiteY1" fmla="*/ 113824 h 1806113"/>
              <a:gd name="connsiteX2" fmla="*/ 950214 w 2383860"/>
              <a:gd name="connsiteY2" fmla="*/ 507492 h 1806113"/>
              <a:gd name="connsiteX3" fmla="*/ 107633 w 2383860"/>
              <a:gd name="connsiteY3" fmla="*/ 1515999 h 1806113"/>
              <a:gd name="connsiteX4" fmla="*/ 0 w 2383860"/>
              <a:gd name="connsiteY4" fmla="*/ 1463993 h 1806113"/>
              <a:gd name="connsiteX5" fmla="*/ 145733 w 2383860"/>
              <a:gd name="connsiteY5" fmla="*/ 1682687 h 1806113"/>
              <a:gd name="connsiteX6" fmla="*/ 1540193 w 2383860"/>
              <a:gd name="connsiteY6" fmla="*/ 1392650 h 1806113"/>
              <a:gd name="connsiteX7" fmla="*/ 2344674 w 2383860"/>
              <a:gd name="connsiteY7" fmla="*/ 217361 h 1806113"/>
              <a:gd name="connsiteX8" fmla="*/ 2196846 w 2383860"/>
              <a:gd name="connsiteY8" fmla="*/ 0 h 180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3860" h="1806113">
                <a:moveTo>
                  <a:pt x="2196846" y="191"/>
                </a:moveTo>
                <a:lnTo>
                  <a:pt x="2191607" y="113824"/>
                </a:lnTo>
                <a:cubicBezTo>
                  <a:pt x="1927955" y="37338"/>
                  <a:pt x="1433703" y="185357"/>
                  <a:pt x="950214" y="507492"/>
                </a:cubicBezTo>
                <a:cubicBezTo>
                  <a:pt x="458153" y="835438"/>
                  <a:pt x="128302" y="1243108"/>
                  <a:pt x="107633" y="1515999"/>
                </a:cubicBezTo>
                <a:lnTo>
                  <a:pt x="0" y="1463993"/>
                </a:lnTo>
                <a:lnTo>
                  <a:pt x="145733" y="1682687"/>
                </a:lnTo>
                <a:cubicBezTo>
                  <a:pt x="308610" y="1927098"/>
                  <a:pt x="932879" y="1797272"/>
                  <a:pt x="1540193" y="1392650"/>
                </a:cubicBezTo>
                <a:cubicBezTo>
                  <a:pt x="2147412" y="988028"/>
                  <a:pt x="2507647" y="461867"/>
                  <a:pt x="2344674" y="217361"/>
                </a:cubicBezTo>
                <a:lnTo>
                  <a:pt x="21968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16"/>
            </p:custDataLst>
          </p:nvPr>
        </p:nvSpPr>
        <p:spPr>
          <a:xfrm>
            <a:off x="11787661" y="5796582"/>
            <a:ext cx="325510" cy="630120"/>
          </a:xfrm>
          <a:custGeom>
            <a:avLst/>
            <a:gdLst>
              <a:gd name="connsiteX0" fmla="*/ 457803 w 644818"/>
              <a:gd name="connsiteY0" fmla="*/ 0 h 1248171"/>
              <a:gd name="connsiteX1" fmla="*/ 605631 w 644818"/>
              <a:gd name="connsiteY1" fmla="*/ 217361 h 1248171"/>
              <a:gd name="connsiteX2" fmla="*/ 16740 w 644818"/>
              <a:gd name="connsiteY2" fmla="*/ 1236007 h 1248171"/>
              <a:gd name="connsiteX3" fmla="*/ 0 w 644818"/>
              <a:gd name="connsiteY3" fmla="*/ 1248171 h 1248171"/>
              <a:gd name="connsiteX4" fmla="*/ 34436 w 644818"/>
              <a:gd name="connsiteY4" fmla="*/ 1128698 h 1248171"/>
              <a:gd name="connsiteX5" fmla="*/ 41370 w 644818"/>
              <a:gd name="connsiteY5" fmla="*/ 515684 h 1248171"/>
              <a:gd name="connsiteX6" fmla="*/ 41275 w 644818"/>
              <a:gd name="connsiteY6" fmla="*/ 515684 h 1248171"/>
              <a:gd name="connsiteX7" fmla="*/ 273777 w 644818"/>
              <a:gd name="connsiteY7" fmla="*/ 96763 h 1248171"/>
              <a:gd name="connsiteX8" fmla="*/ 343357 w 644818"/>
              <a:gd name="connsiteY8" fmla="*/ 95567 h 1248171"/>
              <a:gd name="connsiteX9" fmla="*/ 452564 w 644818"/>
              <a:gd name="connsiteY9" fmla="*/ 113824 h 1248171"/>
              <a:gd name="connsiteX10" fmla="*/ 457803 w 644818"/>
              <a:gd name="connsiteY10" fmla="*/ 191 h 124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4818" h="1248171">
                <a:moveTo>
                  <a:pt x="457803" y="0"/>
                </a:moveTo>
                <a:lnTo>
                  <a:pt x="605631" y="217361"/>
                </a:lnTo>
                <a:cubicBezTo>
                  <a:pt x="748233" y="431304"/>
                  <a:pt x="490253" y="860889"/>
                  <a:pt x="16740" y="1236007"/>
                </a:cubicBezTo>
                <a:lnTo>
                  <a:pt x="0" y="1248171"/>
                </a:lnTo>
                <a:lnTo>
                  <a:pt x="34436" y="1128698"/>
                </a:lnTo>
                <a:cubicBezTo>
                  <a:pt x="96102" y="822047"/>
                  <a:pt x="41370" y="515684"/>
                  <a:pt x="41370" y="515684"/>
                </a:cubicBezTo>
                <a:lnTo>
                  <a:pt x="41275" y="515684"/>
                </a:lnTo>
                <a:lnTo>
                  <a:pt x="273777" y="96763"/>
                </a:lnTo>
                <a:lnTo>
                  <a:pt x="343357" y="95567"/>
                </a:lnTo>
                <a:cubicBezTo>
                  <a:pt x="383048" y="98210"/>
                  <a:pt x="419608" y="104263"/>
                  <a:pt x="452564" y="113824"/>
                </a:cubicBezTo>
                <a:lnTo>
                  <a:pt x="457803" y="1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17"/>
            </p:custDataLst>
          </p:nvPr>
        </p:nvSpPr>
        <p:spPr>
          <a:xfrm>
            <a:off x="12013357" y="5786426"/>
            <a:ext cx="105438" cy="323299"/>
          </a:xfrm>
          <a:custGeom>
            <a:avLst/>
            <a:gdLst>
              <a:gd name="connsiteX0" fmla="*/ 14261 w 201276"/>
              <a:gd name="connsiteY0" fmla="*/ 0 h 617130"/>
              <a:gd name="connsiteX1" fmla="*/ 162089 w 201276"/>
              <a:gd name="connsiteY1" fmla="*/ 217361 h 617130"/>
              <a:gd name="connsiteX2" fmla="*/ 139272 w 201276"/>
              <a:gd name="connsiteY2" fmla="*/ 589991 h 617130"/>
              <a:gd name="connsiteX3" fmla="*/ 123406 w 201276"/>
              <a:gd name="connsiteY3" fmla="*/ 617130 h 617130"/>
              <a:gd name="connsiteX4" fmla="*/ 120391 w 201276"/>
              <a:gd name="connsiteY4" fmla="*/ 574096 h 617130"/>
              <a:gd name="connsiteX5" fmla="*/ 27078 w 201276"/>
              <a:gd name="connsiteY5" fmla="*/ 180400 h 617130"/>
              <a:gd name="connsiteX6" fmla="*/ 0 w 201276"/>
              <a:gd name="connsiteY6" fmla="*/ 112316 h 617130"/>
              <a:gd name="connsiteX7" fmla="*/ 9022 w 201276"/>
              <a:gd name="connsiteY7" fmla="*/ 113824 h 617130"/>
              <a:gd name="connsiteX8" fmla="*/ 14261 w 201276"/>
              <a:gd name="connsiteY8" fmla="*/ 191 h 61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276" h="617130">
                <a:moveTo>
                  <a:pt x="14261" y="0"/>
                </a:moveTo>
                <a:lnTo>
                  <a:pt x="162089" y="217361"/>
                </a:lnTo>
                <a:cubicBezTo>
                  <a:pt x="223204" y="309051"/>
                  <a:pt x="210743" y="440348"/>
                  <a:pt x="139272" y="589991"/>
                </a:cubicBezTo>
                <a:lnTo>
                  <a:pt x="123406" y="617130"/>
                </a:lnTo>
                <a:lnTo>
                  <a:pt x="120391" y="574096"/>
                </a:lnTo>
                <a:cubicBezTo>
                  <a:pt x="103708" y="429555"/>
                  <a:pt x="69302" y="297372"/>
                  <a:pt x="27078" y="180400"/>
                </a:cubicBezTo>
                <a:lnTo>
                  <a:pt x="0" y="112316"/>
                </a:lnTo>
                <a:lnTo>
                  <a:pt x="9022" y="113824"/>
                </a:lnTo>
                <a:lnTo>
                  <a:pt x="14261" y="19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18"/>
            </p:custDataLst>
          </p:nvPr>
        </p:nvSpPr>
        <p:spPr>
          <a:xfrm>
            <a:off x="10872513" y="6491632"/>
            <a:ext cx="264123" cy="229843"/>
          </a:xfrm>
          <a:custGeom>
            <a:avLst/>
            <a:gdLst>
              <a:gd name="connsiteX0" fmla="*/ 146387 w 504198"/>
              <a:gd name="connsiteY0" fmla="*/ 0 h 438736"/>
              <a:gd name="connsiteX1" fmla="*/ 148351 w 504198"/>
              <a:gd name="connsiteY1" fmla="*/ 23134 h 438736"/>
              <a:gd name="connsiteX2" fmla="*/ 429359 w 504198"/>
              <a:gd name="connsiteY2" fmla="*/ 396040 h 438736"/>
              <a:gd name="connsiteX3" fmla="*/ 504198 w 504198"/>
              <a:gd name="connsiteY3" fmla="*/ 437089 h 438736"/>
              <a:gd name="connsiteX4" fmla="*/ 498394 w 504198"/>
              <a:gd name="connsiteY4" fmla="*/ 437635 h 438736"/>
              <a:gd name="connsiteX5" fmla="*/ 145733 w 504198"/>
              <a:gd name="connsiteY5" fmla="*/ 315310 h 438736"/>
              <a:gd name="connsiteX6" fmla="*/ 0 w 504198"/>
              <a:gd name="connsiteY6" fmla="*/ 96616 h 438736"/>
              <a:gd name="connsiteX7" fmla="*/ 107633 w 504198"/>
              <a:gd name="connsiteY7" fmla="*/ 148622 h 438736"/>
              <a:gd name="connsiteX8" fmla="*/ 129590 w 504198"/>
              <a:gd name="connsiteY8" fmla="*/ 40389 h 43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198" h="438736">
                <a:moveTo>
                  <a:pt x="146387" y="0"/>
                </a:moveTo>
                <a:lnTo>
                  <a:pt x="148351" y="23134"/>
                </a:lnTo>
                <a:cubicBezTo>
                  <a:pt x="169977" y="158837"/>
                  <a:pt x="253392" y="287451"/>
                  <a:pt x="429359" y="396040"/>
                </a:cubicBezTo>
                <a:lnTo>
                  <a:pt x="504198" y="437089"/>
                </a:lnTo>
                <a:lnTo>
                  <a:pt x="498394" y="437635"/>
                </a:lnTo>
                <a:cubicBezTo>
                  <a:pt x="332774" y="445991"/>
                  <a:pt x="206812" y="406964"/>
                  <a:pt x="145733" y="315310"/>
                </a:cubicBezTo>
                <a:lnTo>
                  <a:pt x="0" y="96616"/>
                </a:lnTo>
                <a:lnTo>
                  <a:pt x="107633" y="148622"/>
                </a:lnTo>
                <a:cubicBezTo>
                  <a:pt x="110217" y="114511"/>
                  <a:pt x="117632" y="78293"/>
                  <a:pt x="129590" y="4038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19"/>
            </p:custDataLst>
          </p:nvPr>
        </p:nvSpPr>
        <p:spPr>
          <a:xfrm rot="19579200">
            <a:off x="10756340" y="5879829"/>
            <a:ext cx="1384228" cy="557273"/>
          </a:xfrm>
          <a:custGeom>
            <a:avLst/>
            <a:gdLst>
              <a:gd name="connsiteX0" fmla="*/ 2642426 w 2642426"/>
              <a:gd name="connsiteY0" fmla="*/ 531876 h 1063752"/>
              <a:gd name="connsiteX1" fmla="*/ 1321213 w 2642426"/>
              <a:gd name="connsiteY1" fmla="*/ 1063752 h 1063752"/>
              <a:gd name="connsiteX2" fmla="*/ 0 w 2642426"/>
              <a:gd name="connsiteY2" fmla="*/ 531876 h 1063752"/>
              <a:gd name="connsiteX3" fmla="*/ 1321213 w 2642426"/>
              <a:gd name="connsiteY3" fmla="*/ 0 h 1063752"/>
              <a:gd name="connsiteX4" fmla="*/ 2642426 w 2642426"/>
              <a:gd name="connsiteY4" fmla="*/ 531876 h 106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2426" h="1063752">
                <a:moveTo>
                  <a:pt x="2642426" y="531876"/>
                </a:moveTo>
                <a:cubicBezTo>
                  <a:pt x="2642426" y="825623"/>
                  <a:pt x="2050899" y="1063752"/>
                  <a:pt x="1321213" y="1063752"/>
                </a:cubicBezTo>
                <a:cubicBezTo>
                  <a:pt x="591527" y="1063752"/>
                  <a:pt x="0" y="825623"/>
                  <a:pt x="0" y="531876"/>
                </a:cubicBezTo>
                <a:cubicBezTo>
                  <a:pt x="0" y="238129"/>
                  <a:pt x="591527" y="0"/>
                  <a:pt x="1321213" y="0"/>
                </a:cubicBezTo>
                <a:cubicBezTo>
                  <a:pt x="2050899" y="0"/>
                  <a:pt x="2642426" y="238129"/>
                  <a:pt x="2642426" y="531876"/>
                </a:cubicBezTo>
                <a:close/>
              </a:path>
            </a:pathLst>
          </a:custGeom>
          <a:gradFill flip="none" rotWithShape="1">
            <a:gsLst>
              <a:gs pos="4587">
                <a:schemeClr val="accent1">
                  <a:lumMod val="60000"/>
                  <a:lumOff val="40000"/>
                </a:schemeClr>
              </a:gs>
              <a:gs pos="33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20"/>
            </p:custDataLst>
          </p:nvPr>
        </p:nvSpPr>
        <p:spPr>
          <a:xfrm>
            <a:off x="10900847" y="5749168"/>
            <a:ext cx="1057812" cy="735943"/>
          </a:xfrm>
          <a:custGeom>
            <a:avLst/>
            <a:gdLst>
              <a:gd name="connsiteX0" fmla="*/ 2019218 w 2019313"/>
              <a:gd name="connsiteY0" fmla="*/ 66261 h 1404808"/>
              <a:gd name="connsiteX1" fmla="*/ 795351 w 2019313"/>
              <a:gd name="connsiteY1" fmla="*/ 406017 h 1404808"/>
              <a:gd name="connsiteX2" fmla="*/ 10586 w 2019313"/>
              <a:gd name="connsiteY2" fmla="*/ 1404809 h 1404808"/>
              <a:gd name="connsiteX3" fmla="*/ 783064 w 2019313"/>
              <a:gd name="connsiteY3" fmla="*/ 387539 h 1404808"/>
              <a:gd name="connsiteX4" fmla="*/ 2019314 w 2019313"/>
              <a:gd name="connsiteY4" fmla="*/ 66261 h 140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9313" h="1404808">
                <a:moveTo>
                  <a:pt x="2019218" y="66261"/>
                </a:moveTo>
                <a:cubicBezTo>
                  <a:pt x="1788428" y="-52516"/>
                  <a:pt x="1284841" y="79786"/>
                  <a:pt x="795351" y="406017"/>
                </a:cubicBezTo>
                <a:cubicBezTo>
                  <a:pt x="305766" y="732249"/>
                  <a:pt x="-10178" y="1146015"/>
                  <a:pt x="10586" y="1404809"/>
                </a:cubicBezTo>
                <a:cubicBezTo>
                  <a:pt x="-64090" y="1171827"/>
                  <a:pt x="262904" y="734154"/>
                  <a:pt x="783064" y="387539"/>
                </a:cubicBezTo>
                <a:cubicBezTo>
                  <a:pt x="1303129" y="40924"/>
                  <a:pt x="1833005" y="-92235"/>
                  <a:pt x="2019314" y="6626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21"/>
            </p:custDataLst>
          </p:nvPr>
        </p:nvSpPr>
        <p:spPr>
          <a:xfrm>
            <a:off x="10905792" y="5761447"/>
            <a:ext cx="1088656" cy="803935"/>
          </a:xfrm>
          <a:custGeom>
            <a:avLst/>
            <a:gdLst>
              <a:gd name="connsiteX0" fmla="*/ 2044831 w 2078194"/>
              <a:gd name="connsiteY0" fmla="*/ 82256 h 1534593"/>
              <a:gd name="connsiteX1" fmla="*/ 1295214 w 2078194"/>
              <a:gd name="connsiteY1" fmla="*/ 1147056 h 1534593"/>
              <a:gd name="connsiteX2" fmla="*/ 23817 w 2078194"/>
              <a:gd name="connsiteY2" fmla="*/ 1428996 h 1534593"/>
              <a:gd name="connsiteX3" fmla="*/ 957 w 2078194"/>
              <a:gd name="connsiteY3" fmla="*/ 1381466 h 1534593"/>
              <a:gd name="connsiteX4" fmla="*/ 785721 w 2078194"/>
              <a:gd name="connsiteY4" fmla="*/ 382674 h 1534593"/>
              <a:gd name="connsiteX5" fmla="*/ 2009589 w 2078194"/>
              <a:gd name="connsiteY5" fmla="*/ 42918 h 1534593"/>
              <a:gd name="connsiteX6" fmla="*/ 2044736 w 2078194"/>
              <a:gd name="connsiteY6" fmla="*/ 82351 h 153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8194" h="1534593">
                <a:moveTo>
                  <a:pt x="2044831" y="82256"/>
                </a:moveTo>
                <a:cubicBezTo>
                  <a:pt x="2188849" y="298378"/>
                  <a:pt x="1853283" y="775200"/>
                  <a:pt x="1295214" y="1147056"/>
                </a:cubicBezTo>
                <a:cubicBezTo>
                  <a:pt x="737144" y="1518912"/>
                  <a:pt x="167835" y="1645118"/>
                  <a:pt x="23817" y="1428996"/>
                </a:cubicBezTo>
                <a:cubicBezTo>
                  <a:pt x="14006" y="1414327"/>
                  <a:pt x="6481" y="1398325"/>
                  <a:pt x="957" y="1381466"/>
                </a:cubicBezTo>
                <a:cubicBezTo>
                  <a:pt x="-19713" y="1122672"/>
                  <a:pt x="296232" y="708906"/>
                  <a:pt x="785721" y="382674"/>
                </a:cubicBezTo>
                <a:cubicBezTo>
                  <a:pt x="1275211" y="56538"/>
                  <a:pt x="1778798" y="-75859"/>
                  <a:pt x="2009589" y="42918"/>
                </a:cubicBezTo>
                <a:cubicBezTo>
                  <a:pt x="2023114" y="54443"/>
                  <a:pt x="2034925" y="67587"/>
                  <a:pt x="2044736" y="8235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22"/>
            </p:custDataLst>
          </p:nvPr>
        </p:nvSpPr>
        <p:spPr>
          <a:xfrm rot="19579200">
            <a:off x="10875807" y="5947339"/>
            <a:ext cx="1137950" cy="437695"/>
          </a:xfrm>
          <a:custGeom>
            <a:avLst/>
            <a:gdLst>
              <a:gd name="connsiteX0" fmla="*/ 193242 w 2172293"/>
              <a:gd name="connsiteY0" fmla="*/ 502890 h 835494"/>
              <a:gd name="connsiteX1" fmla="*/ 202411 w 2172293"/>
              <a:gd name="connsiteY1" fmla="*/ 517128 h 835494"/>
              <a:gd name="connsiteX2" fmla="*/ 9091 w 2172293"/>
              <a:gd name="connsiteY2" fmla="*/ 535495 h 835494"/>
              <a:gd name="connsiteX3" fmla="*/ 0 w 2172293"/>
              <a:gd name="connsiteY3" fmla="*/ 521311 h 835494"/>
              <a:gd name="connsiteX4" fmla="*/ 449998 w 2172293"/>
              <a:gd name="connsiteY4" fmla="*/ 673766 h 835494"/>
              <a:gd name="connsiteX5" fmla="*/ 306560 w 2172293"/>
              <a:gd name="connsiteY5" fmla="*/ 726864 h 835494"/>
              <a:gd name="connsiteX6" fmla="*/ 280193 w 2172293"/>
              <a:gd name="connsiteY6" fmla="*/ 716275 h 835494"/>
              <a:gd name="connsiteX7" fmla="*/ 423632 w 2172293"/>
              <a:gd name="connsiteY7" fmla="*/ 663177 h 835494"/>
              <a:gd name="connsiteX8" fmla="*/ 868151 w 2172293"/>
              <a:gd name="connsiteY8" fmla="*/ 761848 h 835494"/>
              <a:gd name="connsiteX9" fmla="*/ 812951 w 2172293"/>
              <a:gd name="connsiteY9" fmla="*/ 835404 h 835494"/>
              <a:gd name="connsiteX10" fmla="*/ 776415 w 2172293"/>
              <a:gd name="connsiteY10" fmla="*/ 831316 h 835494"/>
              <a:gd name="connsiteX11" fmla="*/ 831615 w 2172293"/>
              <a:gd name="connsiteY11" fmla="*/ 757760 h 835494"/>
              <a:gd name="connsiteX12" fmla="*/ 447874 w 2172293"/>
              <a:gd name="connsiteY12" fmla="*/ 162877 h 835494"/>
              <a:gd name="connsiteX13" fmla="*/ 420454 w 2172293"/>
              <a:gd name="connsiteY13" fmla="*/ 173105 h 835494"/>
              <a:gd name="connsiteX14" fmla="*/ 282333 w 2172293"/>
              <a:gd name="connsiteY14" fmla="*/ 117917 h 835494"/>
              <a:gd name="connsiteX15" fmla="*/ 309832 w 2172293"/>
              <a:gd name="connsiteY15" fmla="*/ 107742 h 835494"/>
              <a:gd name="connsiteX16" fmla="*/ 1344697 w 2172293"/>
              <a:gd name="connsiteY16" fmla="*/ 757669 h 835494"/>
              <a:gd name="connsiteX17" fmla="*/ 1392606 w 2172293"/>
              <a:gd name="connsiteY17" fmla="*/ 831947 h 835494"/>
              <a:gd name="connsiteX18" fmla="*/ 1355675 w 2172293"/>
              <a:gd name="connsiteY18" fmla="*/ 835494 h 835494"/>
              <a:gd name="connsiteX19" fmla="*/ 1307820 w 2172293"/>
              <a:gd name="connsiteY19" fmla="*/ 761137 h 835494"/>
              <a:gd name="connsiteX20" fmla="*/ 1890161 w 2172293"/>
              <a:gd name="connsiteY20" fmla="*/ 717578 h 835494"/>
              <a:gd name="connsiteX21" fmla="*/ 1862715 w 2172293"/>
              <a:gd name="connsiteY21" fmla="*/ 727675 h 835494"/>
              <a:gd name="connsiteX22" fmla="*/ 1724673 w 2172293"/>
              <a:gd name="connsiteY22" fmla="*/ 672539 h 835494"/>
              <a:gd name="connsiteX23" fmla="*/ 1752040 w 2172293"/>
              <a:gd name="connsiteY23" fmla="*/ 662390 h 835494"/>
              <a:gd name="connsiteX24" fmla="*/ 816819 w 2172293"/>
              <a:gd name="connsiteY24" fmla="*/ 0 h 835494"/>
              <a:gd name="connsiteX25" fmla="*/ 864728 w 2172293"/>
              <a:gd name="connsiteY25" fmla="*/ 74278 h 835494"/>
              <a:gd name="connsiteX26" fmla="*/ 827797 w 2172293"/>
              <a:gd name="connsiteY26" fmla="*/ 77825 h 835494"/>
              <a:gd name="connsiteX27" fmla="*/ 779889 w 2172293"/>
              <a:gd name="connsiteY27" fmla="*/ 3546 h 835494"/>
              <a:gd name="connsiteX28" fmla="*/ 2172293 w 2172293"/>
              <a:gd name="connsiteY28" fmla="*/ 522831 h 835494"/>
              <a:gd name="connsiteX29" fmla="*/ 2161729 w 2172293"/>
              <a:gd name="connsiteY29" fmla="*/ 536966 h 835494"/>
              <a:gd name="connsiteX30" fmla="*/ 1970435 w 2172293"/>
              <a:gd name="connsiteY30" fmla="*/ 515707 h 835494"/>
              <a:gd name="connsiteX31" fmla="*/ 1980947 w 2172293"/>
              <a:gd name="connsiteY31" fmla="*/ 501651 h 835494"/>
              <a:gd name="connsiteX32" fmla="*/ 1396079 w 2172293"/>
              <a:gd name="connsiteY32" fmla="*/ 4178 h 835494"/>
              <a:gd name="connsiteX33" fmla="*/ 1340880 w 2172293"/>
              <a:gd name="connsiteY33" fmla="*/ 77735 h 835494"/>
              <a:gd name="connsiteX34" fmla="*/ 1304344 w 2172293"/>
              <a:gd name="connsiteY34" fmla="*/ 73646 h 835494"/>
              <a:gd name="connsiteX35" fmla="*/ 1359543 w 2172293"/>
              <a:gd name="connsiteY35" fmla="*/ 90 h 835494"/>
              <a:gd name="connsiteX36" fmla="*/ 2116963 w 2172293"/>
              <a:gd name="connsiteY36" fmla="*/ 302702 h 835494"/>
              <a:gd name="connsiteX37" fmla="*/ 2117597 w 2172293"/>
              <a:gd name="connsiteY37" fmla="*/ 303812 h 835494"/>
              <a:gd name="connsiteX38" fmla="*/ 1846826 w 2172293"/>
              <a:gd name="connsiteY38" fmla="*/ 340471 h 835494"/>
              <a:gd name="connsiteX39" fmla="*/ 1802293 w 2172293"/>
              <a:gd name="connsiteY39" fmla="*/ 358799 h 835494"/>
              <a:gd name="connsiteX40" fmla="*/ 1753944 w 2172293"/>
              <a:gd name="connsiteY40" fmla="*/ 374067 h 835494"/>
              <a:gd name="connsiteX41" fmla="*/ 1714450 w 2172293"/>
              <a:gd name="connsiteY41" fmla="*/ 371628 h 835494"/>
              <a:gd name="connsiteX42" fmla="*/ 1696756 w 2172293"/>
              <a:gd name="connsiteY42" fmla="*/ 360788 h 835494"/>
              <a:gd name="connsiteX43" fmla="*/ 1156399 w 2172293"/>
              <a:gd name="connsiteY43" fmla="*/ 433945 h 835494"/>
              <a:gd name="connsiteX44" fmla="*/ 1158302 w 2172293"/>
              <a:gd name="connsiteY44" fmla="*/ 438353 h 835494"/>
              <a:gd name="connsiteX45" fmla="*/ 1070481 w 2172293"/>
              <a:gd name="connsiteY45" fmla="*/ 479405 h 835494"/>
              <a:gd name="connsiteX46" fmla="*/ 982661 w 2172293"/>
              <a:gd name="connsiteY46" fmla="*/ 438353 h 835494"/>
              <a:gd name="connsiteX47" fmla="*/ 1008383 w 2172293"/>
              <a:gd name="connsiteY47" fmla="*/ 409324 h 835494"/>
              <a:gd name="connsiteX48" fmla="*/ 1052726 w 2172293"/>
              <a:gd name="connsiteY48" fmla="*/ 400738 h 835494"/>
              <a:gd name="connsiteX49" fmla="*/ 1060504 w 2172293"/>
              <a:gd name="connsiteY49" fmla="*/ 197362 h 835494"/>
              <a:gd name="connsiteX50" fmla="*/ 1031302 w 2172293"/>
              <a:gd name="connsiteY50" fmla="*/ 191738 h 835494"/>
              <a:gd name="connsiteX51" fmla="*/ 1016066 w 2172293"/>
              <a:gd name="connsiteY51" fmla="*/ 174559 h 835494"/>
              <a:gd name="connsiteX52" fmla="*/ 1036320 w 2172293"/>
              <a:gd name="connsiteY52" fmla="*/ 147494 h 835494"/>
              <a:gd name="connsiteX53" fmla="*/ 1063373 w 2172293"/>
              <a:gd name="connsiteY53" fmla="*/ 122330 h 835494"/>
              <a:gd name="connsiteX54" fmla="*/ 1066448 w 2172293"/>
              <a:gd name="connsiteY54" fmla="*/ 41933 h 835494"/>
              <a:gd name="connsiteX55" fmla="*/ 1068085 w 2172293"/>
              <a:gd name="connsiteY55" fmla="*/ 41880 h 835494"/>
              <a:gd name="connsiteX56" fmla="*/ 1073364 w 2172293"/>
              <a:gd name="connsiteY56" fmla="*/ 122721 h 835494"/>
              <a:gd name="connsiteX57" fmla="*/ 1101044 w 2172293"/>
              <a:gd name="connsiteY57" fmla="*/ 148705 h 835494"/>
              <a:gd name="connsiteX58" fmla="*/ 1120178 w 2172293"/>
              <a:gd name="connsiteY58" fmla="*/ 174461 h 835494"/>
              <a:gd name="connsiteX59" fmla="*/ 1104935 w 2172293"/>
              <a:gd name="connsiteY59" fmla="*/ 191646 h 835494"/>
              <a:gd name="connsiteX60" fmla="*/ 1078205 w 2172293"/>
              <a:gd name="connsiteY60" fmla="*/ 196859 h 835494"/>
              <a:gd name="connsiteX61" fmla="*/ 1091422 w 2172293"/>
              <a:gd name="connsiteY61" fmla="*/ 399276 h 835494"/>
              <a:gd name="connsiteX62" fmla="*/ 1104665 w 2172293"/>
              <a:gd name="connsiteY62" fmla="*/ 400526 h 835494"/>
              <a:gd name="connsiteX63" fmla="*/ 1132580 w 2172293"/>
              <a:gd name="connsiteY63" fmla="*/ 409324 h 835494"/>
              <a:gd name="connsiteX64" fmla="*/ 1144618 w 2172293"/>
              <a:gd name="connsiteY64" fmla="*/ 417671 h 835494"/>
              <a:gd name="connsiteX65" fmla="*/ 1691323 w 2172293"/>
              <a:gd name="connsiteY65" fmla="*/ 353029 h 835494"/>
              <a:gd name="connsiteX66" fmla="*/ 1695513 w 2172293"/>
              <a:gd name="connsiteY66" fmla="*/ 338318 h 835494"/>
              <a:gd name="connsiteX67" fmla="*/ 1727149 w 2172293"/>
              <a:gd name="connsiteY67" fmla="*/ 327022 h 835494"/>
              <a:gd name="connsiteX68" fmla="*/ 1788336 w 2172293"/>
              <a:gd name="connsiteY68" fmla="*/ 329224 h 835494"/>
              <a:gd name="connsiteX69" fmla="*/ 1845866 w 2172293"/>
              <a:gd name="connsiteY69" fmla="*/ 334756 h 83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172293" h="835494">
                <a:moveTo>
                  <a:pt x="193242" y="502890"/>
                </a:moveTo>
                <a:lnTo>
                  <a:pt x="202411" y="517128"/>
                </a:lnTo>
                <a:lnTo>
                  <a:pt x="9091" y="535495"/>
                </a:lnTo>
                <a:lnTo>
                  <a:pt x="0" y="521311"/>
                </a:lnTo>
                <a:close/>
                <a:moveTo>
                  <a:pt x="449998" y="673766"/>
                </a:moveTo>
                <a:lnTo>
                  <a:pt x="306560" y="726864"/>
                </a:lnTo>
                <a:lnTo>
                  <a:pt x="280193" y="716275"/>
                </a:lnTo>
                <a:lnTo>
                  <a:pt x="423632" y="663177"/>
                </a:lnTo>
                <a:close/>
                <a:moveTo>
                  <a:pt x="868151" y="761848"/>
                </a:moveTo>
                <a:lnTo>
                  <a:pt x="812951" y="835404"/>
                </a:lnTo>
                <a:lnTo>
                  <a:pt x="776415" y="831316"/>
                </a:lnTo>
                <a:lnTo>
                  <a:pt x="831615" y="757760"/>
                </a:lnTo>
                <a:close/>
                <a:moveTo>
                  <a:pt x="447874" y="162877"/>
                </a:moveTo>
                <a:lnTo>
                  <a:pt x="420454" y="173105"/>
                </a:lnTo>
                <a:lnTo>
                  <a:pt x="282333" y="117917"/>
                </a:lnTo>
                <a:lnTo>
                  <a:pt x="309832" y="107742"/>
                </a:lnTo>
                <a:close/>
                <a:moveTo>
                  <a:pt x="1344697" y="757669"/>
                </a:moveTo>
                <a:lnTo>
                  <a:pt x="1392606" y="831947"/>
                </a:lnTo>
                <a:lnTo>
                  <a:pt x="1355675" y="835494"/>
                </a:lnTo>
                <a:lnTo>
                  <a:pt x="1307820" y="761137"/>
                </a:lnTo>
                <a:close/>
                <a:moveTo>
                  <a:pt x="1890161" y="717578"/>
                </a:moveTo>
                <a:lnTo>
                  <a:pt x="1862715" y="727675"/>
                </a:lnTo>
                <a:lnTo>
                  <a:pt x="1724673" y="672539"/>
                </a:lnTo>
                <a:lnTo>
                  <a:pt x="1752040" y="662390"/>
                </a:lnTo>
                <a:close/>
                <a:moveTo>
                  <a:pt x="816819" y="0"/>
                </a:moveTo>
                <a:lnTo>
                  <a:pt x="864728" y="74278"/>
                </a:lnTo>
                <a:lnTo>
                  <a:pt x="827797" y="77825"/>
                </a:lnTo>
                <a:lnTo>
                  <a:pt x="779889" y="3546"/>
                </a:lnTo>
                <a:close/>
                <a:moveTo>
                  <a:pt x="2172293" y="522831"/>
                </a:moveTo>
                <a:lnTo>
                  <a:pt x="2161729" y="536966"/>
                </a:lnTo>
                <a:lnTo>
                  <a:pt x="1970435" y="515707"/>
                </a:lnTo>
                <a:lnTo>
                  <a:pt x="1980947" y="501651"/>
                </a:lnTo>
                <a:close/>
                <a:moveTo>
                  <a:pt x="1396079" y="4178"/>
                </a:moveTo>
                <a:lnTo>
                  <a:pt x="1340880" y="77735"/>
                </a:lnTo>
                <a:lnTo>
                  <a:pt x="1304344" y="73646"/>
                </a:lnTo>
                <a:lnTo>
                  <a:pt x="1359543" y="90"/>
                </a:lnTo>
                <a:close/>
                <a:moveTo>
                  <a:pt x="2116963" y="302702"/>
                </a:moveTo>
                <a:lnTo>
                  <a:pt x="2117597" y="303812"/>
                </a:lnTo>
                <a:lnTo>
                  <a:pt x="1846826" y="340471"/>
                </a:lnTo>
                <a:lnTo>
                  <a:pt x="1802293" y="358799"/>
                </a:lnTo>
                <a:cubicBezTo>
                  <a:pt x="1784463" y="366189"/>
                  <a:pt x="1767814" y="372321"/>
                  <a:pt x="1753944" y="374067"/>
                </a:cubicBezTo>
                <a:cubicBezTo>
                  <a:pt x="1740076" y="375814"/>
                  <a:pt x="1725988" y="374753"/>
                  <a:pt x="1714450" y="371628"/>
                </a:cubicBezTo>
                <a:lnTo>
                  <a:pt x="1696756" y="360788"/>
                </a:lnTo>
                <a:lnTo>
                  <a:pt x="1156399" y="433945"/>
                </a:lnTo>
                <a:lnTo>
                  <a:pt x="1158302" y="438353"/>
                </a:lnTo>
                <a:cubicBezTo>
                  <a:pt x="1158302" y="461026"/>
                  <a:pt x="1118983" y="479405"/>
                  <a:pt x="1070481" y="479405"/>
                </a:cubicBezTo>
                <a:cubicBezTo>
                  <a:pt x="1021979" y="479405"/>
                  <a:pt x="982661" y="461026"/>
                  <a:pt x="982661" y="438353"/>
                </a:cubicBezTo>
                <a:cubicBezTo>
                  <a:pt x="982661" y="427016"/>
                  <a:pt x="992491" y="416753"/>
                  <a:pt x="1008383" y="409324"/>
                </a:cubicBezTo>
                <a:lnTo>
                  <a:pt x="1052726" y="400738"/>
                </a:lnTo>
                <a:lnTo>
                  <a:pt x="1060504" y="197362"/>
                </a:lnTo>
                <a:lnTo>
                  <a:pt x="1031302" y="191738"/>
                </a:lnTo>
                <a:cubicBezTo>
                  <a:pt x="1021887" y="187338"/>
                  <a:pt x="1016067" y="181256"/>
                  <a:pt x="1016066" y="174559"/>
                </a:cubicBezTo>
                <a:cubicBezTo>
                  <a:pt x="1016065" y="167862"/>
                  <a:pt x="1025230" y="157888"/>
                  <a:pt x="1036320" y="147494"/>
                </a:cubicBezTo>
                <a:lnTo>
                  <a:pt x="1063373" y="122330"/>
                </a:lnTo>
                <a:lnTo>
                  <a:pt x="1066448" y="41933"/>
                </a:lnTo>
                <a:lnTo>
                  <a:pt x="1068085" y="41880"/>
                </a:lnTo>
                <a:lnTo>
                  <a:pt x="1073364" y="122721"/>
                </a:lnTo>
                <a:lnTo>
                  <a:pt x="1101044" y="148705"/>
                </a:lnTo>
                <a:cubicBezTo>
                  <a:pt x="1111761" y="158665"/>
                  <a:pt x="1120177" y="167765"/>
                  <a:pt x="1120178" y="174461"/>
                </a:cubicBezTo>
                <a:cubicBezTo>
                  <a:pt x="1120179" y="181158"/>
                  <a:pt x="1114355" y="187235"/>
                  <a:pt x="1104935" y="191646"/>
                </a:cubicBezTo>
                <a:lnTo>
                  <a:pt x="1078205" y="196859"/>
                </a:lnTo>
                <a:lnTo>
                  <a:pt x="1091422" y="399276"/>
                </a:lnTo>
                <a:lnTo>
                  <a:pt x="1104665" y="400526"/>
                </a:lnTo>
                <a:cubicBezTo>
                  <a:pt x="1115172" y="402603"/>
                  <a:pt x="1124634" y="405610"/>
                  <a:pt x="1132580" y="409324"/>
                </a:cubicBezTo>
                <a:lnTo>
                  <a:pt x="1144618" y="417671"/>
                </a:lnTo>
                <a:lnTo>
                  <a:pt x="1691323" y="353029"/>
                </a:lnTo>
                <a:lnTo>
                  <a:pt x="1695513" y="338318"/>
                </a:lnTo>
                <a:cubicBezTo>
                  <a:pt x="1702179" y="332931"/>
                  <a:pt x="1713241" y="328742"/>
                  <a:pt x="1727149" y="327022"/>
                </a:cubicBezTo>
                <a:cubicBezTo>
                  <a:pt x="1741057" y="325303"/>
                  <a:pt x="1764008" y="326890"/>
                  <a:pt x="1788336" y="329224"/>
                </a:cubicBezTo>
                <a:lnTo>
                  <a:pt x="1845866" y="33475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p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" Type="http://schemas.openxmlformats.org/officeDocument/2006/relationships/tags" Target="../tags/tag29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056005" y="1251585"/>
            <a:ext cx="9852660" cy="33718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 b="1" i="1">
                <a:solidFill>
                  <a:schemeClr val="accent1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Hackathon Project Presentation</a:t>
            </a:r>
            <a:endParaRPr sz="2400" b="1" i="1">
              <a:solidFill>
                <a:schemeClr val="accent1">
                  <a:lumMod val="5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22960" y="1737360"/>
            <a:ext cx="10515600" cy="17532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2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 Rajdeep Sinha</a:t>
            </a:r>
            <a:endParaRPr sz="22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Team Members: </a:t>
            </a:r>
            <a:r>
              <a:rPr lang="en-IN" sz="2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Suramita Natta , Asmita Roy , Somali Das </a:t>
            </a:r>
            <a:endParaRPr sz="22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Hackathon: Odoo x Adamas University Hackathon 2026</a:t>
            </a:r>
            <a:endParaRPr sz="22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Technology Used: Python, GitHub, Online Compiler (Programiz)</a:t>
            </a:r>
            <a:endParaRPr sz="22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HRMS – Human Resource Management System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Problem Statement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9898380" cy="49606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many organizations, HR-related tasks are often handled manually or across separate systems, which creates operational inefficiency.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Common issues include: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records are difficult to manage and update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Attendance tracking is not centralized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Leave requests take time to process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Salary information is not organized in one place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Manual handling increases errors and confusion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Need: A simple centralized system to manage employee details, attendance, leave requests, and salary information.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Proposed Solution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10245090" cy="488378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Our Solution: HRMS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Human Resource Management System developed in Python to simplify employee-related operations.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 Idea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system provides two role-based modules: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– manages employee records, handles leave requests, updates salary details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– views own profile, marks attendance, applies for leave, checks salary details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 create a simple, organized, and easy-to-use HR platform for managing core HR operations.</a:t>
            </a:r>
            <a:endParaRPr sz="18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Key Features / Modules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10502900" cy="475996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Features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 employee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all employees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Search employee by ID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Update employee details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Delete employee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leave requests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Approve / reject leave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0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Update salary</a:t>
            </a:r>
            <a:endParaRPr sz="20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Features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personal profile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 attendance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attendance history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Apply for leave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leave request status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23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salary details</a:t>
            </a:r>
            <a:endParaRPr sz="23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Technology &amp; Implementation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10598150" cy="508381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 Stack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Programming Language: Python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Platform: Programiz / Online Compiler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Version Control: GitHub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Storage: Python lists and dictionaries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Implementation Approach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Built in a single main.py file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Used functions for each HR module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Created a role-based login system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Used in-memory storage for hackathon prototype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Designed for easy execution and demonstration</a:t>
            </a:r>
            <a:endParaRPr sz="17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Workflow / Demo Flow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10854690" cy="5255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Flow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signs up / logs in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adds employee details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views / updates / deletes employee records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checks leave requests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approves or rejects leave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Admin updates salary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Flow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signs up / logs in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views profile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marks attendance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applies for leave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checks leave status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views salary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Pristina" panose="03060402040406080204" charset="0"/>
                <a:cs typeface="Pristina" panose="03060402040406080204" charset="0"/>
                <a:sym typeface="+mn-ea"/>
              </a:rPr>
              <a:t>Future Scope &amp; Conclusion</a:t>
            </a:r>
            <a:endParaRPr lang="en-US" dirty="0">
              <a:latin typeface="Pristina" panose="03060402040406080204" charset="0"/>
              <a:cs typeface="Pristina" panose="030604020404060802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95960" y="1301750"/>
            <a:ext cx="11058525" cy="5199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Database integration using SQLite / MySQL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Web-based interface using Flask or Django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Date-wise attendance tracking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Payroll automation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Leave balance calculation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Analytics dashboard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Email / notification system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Employee performance management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HRMS is a simple and effective system for managing employee information, attendance, leave requests, and salary details.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spcAft>
                <a:spcPts val="800"/>
              </a:spcAft>
            </a:pPr>
            <a:r>
              <a:rPr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reduces manual effort, improves organization, and can be expanded into a complete HR platform in the future.</a:t>
            </a:r>
            <a:endParaRPr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</a:pPr>
            <a:r>
              <a:rPr sz="20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sz="20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*i*57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*i*5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*i*5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*i*5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*i*6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*i*62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*i*5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*i*56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*i*60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*i*53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*i*6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*i*67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*i*65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*i*66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*i*68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*i*7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*i*7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*i*6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*i*6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*i*70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4*i*69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4*i*70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4*i*50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4*i*5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4*i*6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4*i*62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4*i*43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4*i*58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4*i*46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4*i*56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4*i*49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4*i*52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4*i*55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4*i*53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4*i*65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4*i*66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4*i*63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4*i*48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4*i*47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4*i*57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4*i*60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4*i*54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4*i*45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4*i*44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4*i*59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4*i*64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4*i*67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4*i*68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1*i*6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1*i*53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1*i*62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1*i*54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1*i*57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1*i*55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1*i*56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1*i*58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1*i*59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1*i*60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1*i*63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4"/>
</p:tagLst>
</file>

<file path=ppt/tags/tag28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SLIDE_TYPE" val="text"/>
  <p:tag name="KSO_WM_BEAUTIFY_FLAG" val="#wm#"/>
  <p:tag name="KSO_WM_SLIDE_THEME_ID" val="3327455"/>
  <p:tag name="KSO_WM_SLIDE_THEME_NAME" val="Green Education"/>
</p:tagLst>
</file>

<file path=ppt/tags/tag288.xml><?xml version="1.0" encoding="utf-8"?>
<p:tagLst xmlns:p="http://schemas.openxmlformats.org/presentationml/2006/main">
  <p:tag name="KSO_WM_UNIT_TEXT" val="HRMS – Human Resource Management Syste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SLIDE_TYPE" val="text"/>
  <p:tag name="KSO_WM_BEAUTIFY_FLAG" val="#wm#"/>
</p:tagLst>
</file>

<file path=ppt/tags/tag291.xml><?xml version="1.0" encoding="utf-8"?>
<p:tagLst xmlns:p="http://schemas.openxmlformats.org/presentationml/2006/main">
  <p:tag name="KSO_WM_UNIT_TEXT" val="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93.xml><?xml version="1.0" encoding="utf-8"?>
<p:tagLst xmlns:p="http://schemas.openxmlformats.org/presentationml/2006/main">
  <p:tag name="KSO_WM_SLIDE_TYPE" val="text"/>
  <p:tag name="KSO_WM_BEAUTIFY_FLAG" val="#wm#"/>
</p:tagLst>
</file>

<file path=ppt/tags/tag294.xml><?xml version="1.0" encoding="utf-8"?>
<p:tagLst xmlns:p="http://schemas.openxmlformats.org/presentationml/2006/main">
  <p:tag name="KSO_WM_UNIT_TEXT" val="Proposed Solu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5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96.xml><?xml version="1.0" encoding="utf-8"?>
<p:tagLst xmlns:p="http://schemas.openxmlformats.org/presentationml/2006/main">
  <p:tag name="KSO_WM_SLIDE_TYPE" val="text"/>
  <p:tag name="KSO_WM_BEAUTIFY_FLAG" val="#wm#"/>
</p:tagLst>
</file>

<file path=ppt/tags/tag297.xml><?xml version="1.0" encoding="utf-8"?>
<p:tagLst xmlns:p="http://schemas.openxmlformats.org/presentationml/2006/main">
  <p:tag name="KSO_WM_UNIT_TEXT" val="Key Features / Modul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99.xml><?xml version="1.0" encoding="utf-8"?>
<p:tagLst xmlns:p="http://schemas.openxmlformats.org/presentationml/2006/main">
  <p:tag name="KSO_WM_SLIDE_TYPE" val="text"/>
  <p:tag name="KSO_WM_BEAUTIFY_FLAG" val="#wm#"/>
</p:tagLst>
</file>

<file path=ppt/tags/tag300.xml><?xml version="1.0" encoding="utf-8"?>
<p:tagLst xmlns:p="http://schemas.openxmlformats.org/presentationml/2006/main">
  <p:tag name="KSO_WM_UNIT_TEXT" val="Technology &amp; Implement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0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SLIDE_TYPE" val="text"/>
  <p:tag name="KSO_WM_BEAUTIFY_FLAG" val="#wm#"/>
</p:tagLst>
</file>

<file path=ppt/tags/tag303.xml><?xml version="1.0" encoding="utf-8"?>
<p:tagLst xmlns:p="http://schemas.openxmlformats.org/presentationml/2006/main">
  <p:tag name="KSO_WM_UNIT_TEXT" val="Workflow / Demo Flo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0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05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0318-2">
      <a:dk1>
        <a:srgbClr val="333333"/>
      </a:dk1>
      <a:lt1>
        <a:sysClr val="window" lastClr="FFFFFF"/>
      </a:lt1>
      <a:dk2>
        <a:srgbClr val="231A1A"/>
      </a:dk2>
      <a:lt2>
        <a:srgbClr val="E1F7F0"/>
      </a:lt2>
      <a:accent1>
        <a:srgbClr val="7FDFBF"/>
      </a:accent1>
      <a:accent2>
        <a:srgbClr val="FD8666"/>
      </a:accent2>
      <a:accent3>
        <a:srgbClr val="F18F39"/>
      </a:accent3>
      <a:accent4>
        <a:srgbClr val="799BEF"/>
      </a:accent4>
      <a:accent5>
        <a:srgbClr val="376CD3"/>
      </a:accent5>
      <a:accent6>
        <a:srgbClr val="F6C343"/>
      </a:accent6>
      <a:hlink>
        <a:srgbClr val="0026E5"/>
      </a:hlink>
      <a:folHlink>
        <a:srgbClr val="7E1FAD"/>
      </a:folHlink>
    </a:clrScheme>
    <a:fontScheme name="立体风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90000"/>
            <a:lumOff val="10000"/>
          </a:schemeClr>
        </a:solidFill>
        <a:ln w="7635" cap="flat">
          <a:noFill/>
          <a:prstDash val="solid"/>
          <a:miter/>
        </a:ln>
      </a:spPr>
      <a:bodyPr rtlCol="0" anchor="ctr"/>
      <a:lstStyle>
        <a:defPPr>
          <a:defRPr lang="en-US"/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fontScale="85000" lnSpcReduction="10000"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2784</Words>
  <Application>WPS Presentation</Application>
  <PresentationFormat>On-screen Show (4:3)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Arial</vt:lpstr>
      <vt:lpstr>江城圆体 400W</vt:lpstr>
      <vt:lpstr>Arial Black</vt:lpstr>
      <vt:lpstr>Times New Roman</vt:lpstr>
      <vt:lpstr>Pristina</vt:lpstr>
      <vt:lpstr>Microsoft YaHei</vt:lpstr>
      <vt:lpstr>Arial Unicode MS</vt:lpstr>
      <vt:lpstr>Nunito Sans ExtraBold</vt:lpstr>
      <vt:lpstr>Nunito Sans</vt:lpstr>
      <vt:lpstr>Segoe Print</vt:lpstr>
      <vt:lpstr>Calibri</vt:lpstr>
      <vt:lpstr>Office Theme</vt:lpstr>
      <vt:lpstr>1_Office Theme</vt:lpstr>
      <vt:lpstr>HRMS – Human Resource Management System</vt:lpstr>
      <vt:lpstr>Problem Statement</vt:lpstr>
      <vt:lpstr>Proposed Solution</vt:lpstr>
      <vt:lpstr>Key Features / Modules</vt:lpstr>
      <vt:lpstr>Technology &amp; Implementation</vt:lpstr>
      <vt:lpstr>Workflow / Demo Flow</vt:lpstr>
      <vt:lpstr>Future Scope &amp;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Ꮮᴇԍᴇɴᴅ࿐ ʀᴀᴊᴅᴇᴇᴩ</cp:lastModifiedBy>
  <cp:revision>3</cp:revision>
  <dcterms:created xsi:type="dcterms:W3CDTF">2013-01-27T09:14:00Z</dcterms:created>
  <dcterms:modified xsi:type="dcterms:W3CDTF">2026-07-04T08:20:31Z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F66999D2F0D145D7B2EEDC18CDDC9CA7_12</vt:lpwstr>
  </property>
</Properties>
</file>